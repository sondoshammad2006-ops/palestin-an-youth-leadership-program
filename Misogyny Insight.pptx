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83" r:id="rId4"/>
    <p:sldMasterId id="2147483686" r:id="rId5"/>
  </p:sldMasterIdLst>
  <p:sldIdLst>
    <p:sldId id="256" r:id="rId6"/>
    <p:sldId id="257" r:id="rId7"/>
    <p:sldId id="268" r:id="rId8"/>
    <p:sldId id="272" r:id="rId9"/>
    <p:sldId id="258" r:id="rId10"/>
    <p:sldId id="273" r:id="rId11"/>
    <p:sldId id="269" r:id="rId12"/>
    <p:sldId id="271" r:id="rId13"/>
    <p:sldId id="270" r:id="rId14"/>
    <p:sldId id="264" r:id="rId15"/>
  </p:sldIdLst>
  <p:sldSz cx="9144000" cy="51435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4" Type="http://schemas.openxmlformats.org/officeDocument/2006/relationships/hyperlink" Target="http://bit.ly/2TtBDfr" TargetMode="External"/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4" Type="http://schemas.openxmlformats.org/officeDocument/2006/relationships/hyperlink" Target="http://bit.ly/2TtBDfr" TargetMode="External"/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4" Type="http://schemas.openxmlformats.org/officeDocument/2006/relationships/hyperlink" Target="http://bit.ly/2TtBDfr" TargetMode="External"/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4" Type="http://schemas.openxmlformats.org/officeDocument/2006/relationships/hyperlink" Target="http://bit.ly/2TtBDfr" TargetMode="External"/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137320" y="562320"/>
            <a:ext cx="4869360" cy="122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>
              <a:buNone/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73;p11"/>
          <p:cNvSpPr/>
          <p:nvPr/>
        </p:nvSpPr>
        <p:spPr>
          <a:xfrm>
            <a:off x="1227600" y="101160"/>
            <a:ext cx="6688080" cy="91638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1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" name="Google Shape;74;p11"/>
          <p:cNvSpPr/>
          <p:nvPr/>
        </p:nvSpPr>
        <p:spPr>
          <a:xfrm>
            <a:off x="0" y="3923640"/>
            <a:ext cx="9143640" cy="1232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" name="Google Shape;75;p11"/>
          <p:cNvSpPr/>
          <p:nvPr/>
        </p:nvSpPr>
        <p:spPr>
          <a:xfrm flipH="1">
            <a:off x="7597440" y="4788720"/>
            <a:ext cx="1439280" cy="2322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82080" bIns="82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" name="Google Shape;76;p11"/>
          <p:cNvSpPr/>
          <p:nvPr/>
        </p:nvSpPr>
        <p:spPr>
          <a:xfrm flipH="1">
            <a:off x="257400" y="4160880"/>
            <a:ext cx="2272320" cy="2322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82080" bIns="82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" name="Google Shape;77;p11"/>
          <p:cNvSpPr/>
          <p:nvPr/>
        </p:nvSpPr>
        <p:spPr>
          <a:xfrm flipH="1">
            <a:off x="418680" y="539640"/>
            <a:ext cx="588960" cy="762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GB" sz="10000" b="0" u="none" strike="noStrike">
                <a:solidFill>
                  <a:schemeClr val="accent1"/>
                </a:solidFill>
                <a:effectLst/>
                <a:uFillTx/>
                <a:latin typeface="Gilda Display"/>
                <a:ea typeface="Gilda Display"/>
              </a:rPr>
              <a:t>“</a:t>
            </a:r>
            <a:endParaRPr lang="en-US" sz="10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" name="PlaceHolder 1"/>
          <p:cNvSpPr>
            <a:spLocks noGrp="1"/>
          </p:cNvSpPr>
          <p:nvPr>
            <p:ph type="title" hasCustomPrompt="1"/>
          </p:nvPr>
        </p:nvSpPr>
        <p:spPr>
          <a:xfrm>
            <a:off x="1284120" y="1568160"/>
            <a:ext cx="6575760" cy="1482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7500" b="1" u="none" strike="noStrike">
                <a:solidFill>
                  <a:schemeClr val="lt1"/>
                </a:solidFill>
                <a:effectLst/>
                <a:uFillTx/>
                <a:latin typeface="Gilda Display"/>
                <a:ea typeface="Gilda Display"/>
              </a:rPr>
              <a:t>xx%</a:t>
            </a:r>
            <a:endParaRPr lang="fr-FR" sz="7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oogle Shape;82;p13"/>
          <p:cNvGrpSpPr/>
          <p:nvPr/>
        </p:nvGrpSpPr>
        <p:grpSpPr>
          <a:xfrm>
            <a:off x="0" y="12600"/>
            <a:ext cx="8926560" cy="5143320"/>
            <a:chOff x="0" y="12600"/>
            <a:chExt cx="8926560" cy="5143320"/>
          </a:xfrm>
        </p:grpSpPr>
        <p:sp>
          <p:nvSpPr>
            <p:cNvPr id="15" name="Google Shape;83;p13"/>
            <p:cNvSpPr/>
            <p:nvPr/>
          </p:nvSpPr>
          <p:spPr>
            <a:xfrm>
              <a:off x="0" y="12600"/>
              <a:ext cx="3659400" cy="514332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" name="Google Shape;84;p13"/>
            <p:cNvSpPr/>
            <p:nvPr/>
          </p:nvSpPr>
          <p:spPr>
            <a:xfrm>
              <a:off x="7487280" y="169920"/>
              <a:ext cx="1439280" cy="232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" name="Google Shape;85;p13"/>
            <p:cNvSpPr/>
            <p:nvPr/>
          </p:nvSpPr>
          <p:spPr>
            <a:xfrm>
              <a:off x="361080" y="3993480"/>
              <a:ext cx="588960" cy="762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t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0000" b="0" u="none" strike="noStrike">
                  <a:solidFill>
                    <a:schemeClr val="dk2"/>
                  </a:solidFill>
                  <a:effectLst/>
                  <a:uFillTx/>
                  <a:latin typeface="Gilda Display"/>
                  <a:ea typeface="Gilda Display"/>
                </a:rPr>
                <a:t>“</a:t>
              </a:r>
              <a:endParaRPr lang="en-US" sz="100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8" name="PlaceHolder 1"/>
          <p:cNvSpPr>
            <a:spLocks noGrp="1"/>
          </p:cNvSpPr>
          <p:nvPr>
            <p:ph type="title" hasCustomPrompt="1"/>
          </p:nvPr>
        </p:nvSpPr>
        <p:spPr>
          <a:xfrm>
            <a:off x="2500920" y="1337040"/>
            <a:ext cx="734400" cy="4471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80000"/>
              </a:lnSpc>
              <a:buNone/>
            </a:pPr>
            <a:r>
              <a:rPr lang="fr-FR" sz="3000" b="1" u="none" strike="noStrike">
                <a:solidFill>
                  <a:schemeClr val="lt1"/>
                </a:solidFill>
                <a:effectLst/>
                <a:uFillTx/>
                <a:latin typeface="Gilda Display"/>
                <a:ea typeface="Gilda Display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title" hasCustomPrompt="1"/>
          </p:nvPr>
        </p:nvSpPr>
        <p:spPr>
          <a:xfrm>
            <a:off x="2500920" y="3871080"/>
            <a:ext cx="734400" cy="4471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80000"/>
              </a:lnSpc>
              <a:buNone/>
            </a:pPr>
            <a:r>
              <a:rPr lang="fr-FR" sz="3000" b="1" u="none" strike="noStrike">
                <a:solidFill>
                  <a:schemeClr val="lt1"/>
                </a:solidFill>
                <a:effectLst/>
                <a:uFillTx/>
                <a:latin typeface="Gilda Display"/>
                <a:ea typeface="Gilda Display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title" hasCustomPrompt="1"/>
          </p:nvPr>
        </p:nvSpPr>
        <p:spPr>
          <a:xfrm>
            <a:off x="2500920" y="2172600"/>
            <a:ext cx="734400" cy="4471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80000"/>
              </a:lnSpc>
              <a:buNone/>
            </a:pPr>
            <a:r>
              <a:rPr lang="fr-FR" sz="3000" b="1" u="none" strike="noStrike">
                <a:solidFill>
                  <a:schemeClr val="lt1"/>
                </a:solidFill>
                <a:effectLst/>
                <a:uFillTx/>
                <a:latin typeface="Gilda Display"/>
                <a:ea typeface="Gilda Display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title" hasCustomPrompt="1"/>
          </p:nvPr>
        </p:nvSpPr>
        <p:spPr>
          <a:xfrm>
            <a:off x="2500920" y="3021840"/>
            <a:ext cx="734400" cy="4471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80000"/>
              </a:lnSpc>
              <a:buNone/>
            </a:pPr>
            <a:r>
              <a:rPr lang="fr-FR" sz="3000" b="1" u="none" strike="noStrike">
                <a:solidFill>
                  <a:schemeClr val="lt1"/>
                </a:solidFill>
                <a:effectLst/>
                <a:uFillTx/>
                <a:latin typeface="Gilda Display"/>
                <a:ea typeface="Gilda Display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title" hasCustomPrompt="1"/>
          </p:nvPr>
        </p:nvSpPr>
        <p:spPr>
          <a:xfrm>
            <a:off x="713160" y="53604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100;p14"/>
          <p:cNvGrpSpPr/>
          <p:nvPr/>
        </p:nvGrpSpPr>
        <p:grpSpPr>
          <a:xfrm>
            <a:off x="-1335960" y="720"/>
            <a:ext cx="10479960" cy="6595200"/>
            <a:chOff x="-1335960" y="720"/>
            <a:chExt cx="10479960" cy="6595200"/>
          </a:xfrm>
        </p:grpSpPr>
        <p:sp>
          <p:nvSpPr>
            <p:cNvPr id="24" name="Google Shape;101;p14"/>
            <p:cNvSpPr/>
            <p:nvPr/>
          </p:nvSpPr>
          <p:spPr>
            <a:xfrm flipH="1">
              <a:off x="66240" y="108360"/>
              <a:ext cx="1285200" cy="232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" name="Google Shape;102;p14"/>
            <p:cNvSpPr/>
            <p:nvPr/>
          </p:nvSpPr>
          <p:spPr>
            <a:xfrm rot="10800000">
              <a:off x="8465040" y="720"/>
              <a:ext cx="678960" cy="5142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" name="Google Shape;103;p14"/>
            <p:cNvSpPr/>
            <p:nvPr/>
          </p:nvSpPr>
          <p:spPr>
            <a:xfrm>
              <a:off x="-1335960" y="4156200"/>
              <a:ext cx="2358360" cy="243972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" name="Google Shape;104;p14"/>
            <p:cNvSpPr/>
            <p:nvPr/>
          </p:nvSpPr>
          <p:spPr>
            <a:xfrm flipH="1">
              <a:off x="13680" y="387000"/>
              <a:ext cx="588960" cy="762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t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0000" b="0" u="none" strike="noStrike">
                  <a:solidFill>
                    <a:schemeClr val="dk2"/>
                  </a:solidFill>
                  <a:effectLst/>
                  <a:uFillTx/>
                  <a:latin typeface="Gilda Display"/>
                  <a:ea typeface="Gilda Display"/>
                </a:rPr>
                <a:t>“</a:t>
              </a:r>
              <a:endParaRPr lang="en-US" sz="100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8" name="PlaceHolder 1"/>
          <p:cNvSpPr>
            <a:spLocks noGrp="1"/>
          </p:cNvSpPr>
          <p:nvPr>
            <p:ph type="title" hasCustomPrompt="1"/>
          </p:nvPr>
        </p:nvSpPr>
        <p:spPr>
          <a:xfrm>
            <a:off x="713160" y="53604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107;p15"/>
          <p:cNvGrpSpPr/>
          <p:nvPr/>
        </p:nvGrpSpPr>
        <p:grpSpPr>
          <a:xfrm>
            <a:off x="-360" y="0"/>
            <a:ext cx="9144000" cy="5142960"/>
            <a:chOff x="-360" y="0"/>
            <a:chExt cx="9144000" cy="5142960"/>
          </a:xfrm>
        </p:grpSpPr>
        <p:sp>
          <p:nvSpPr>
            <p:cNvPr id="30" name="Google Shape;108;p15"/>
            <p:cNvSpPr/>
            <p:nvPr/>
          </p:nvSpPr>
          <p:spPr>
            <a:xfrm flipH="1">
              <a:off x="-720" y="0"/>
              <a:ext cx="9143640" cy="124308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" name="Google Shape;109;p15"/>
            <p:cNvSpPr/>
            <p:nvPr/>
          </p:nvSpPr>
          <p:spPr>
            <a:xfrm flipH="1">
              <a:off x="7202520" y="4604040"/>
              <a:ext cx="1941120" cy="53892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" name="Google Shape;110;p15"/>
            <p:cNvSpPr/>
            <p:nvPr/>
          </p:nvSpPr>
          <p:spPr>
            <a:xfrm flipH="1">
              <a:off x="5462280" y="4779360"/>
              <a:ext cx="1439280" cy="232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" name="Google Shape;111;p15"/>
            <p:cNvSpPr/>
            <p:nvPr/>
          </p:nvSpPr>
          <p:spPr>
            <a:xfrm>
              <a:off x="8283960" y="10800"/>
              <a:ext cx="710280" cy="762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t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0000" b="0" u="none" strike="noStrike">
                  <a:solidFill>
                    <a:schemeClr val="accent1"/>
                  </a:solidFill>
                  <a:effectLst/>
                  <a:uFillTx/>
                  <a:latin typeface="Gilda Display"/>
                  <a:ea typeface="Gilda Display"/>
                </a:rPr>
                <a:t>’’</a:t>
              </a:r>
              <a:endParaRPr lang="en-US" sz="100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4" name="PlaceHolder 1"/>
          <p:cNvSpPr>
            <a:spLocks noGrp="1"/>
          </p:cNvSpPr>
          <p:nvPr>
            <p:ph type="title" hasCustomPrompt="1"/>
          </p:nvPr>
        </p:nvSpPr>
        <p:spPr>
          <a:xfrm>
            <a:off x="713160" y="53604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oogle Shape;114;p16"/>
          <p:cNvGrpSpPr/>
          <p:nvPr/>
        </p:nvGrpSpPr>
        <p:grpSpPr>
          <a:xfrm>
            <a:off x="-1348560" y="-1520640"/>
            <a:ext cx="10463040" cy="6663960"/>
            <a:chOff x="-1348560" y="-1520640"/>
            <a:chExt cx="10463040" cy="6663960"/>
          </a:xfrm>
        </p:grpSpPr>
        <p:sp>
          <p:nvSpPr>
            <p:cNvPr id="36" name="Google Shape;115;p16"/>
            <p:cNvSpPr/>
            <p:nvPr/>
          </p:nvSpPr>
          <p:spPr>
            <a:xfrm rot="10800000">
              <a:off x="360" y="720"/>
              <a:ext cx="678960" cy="5142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" name="Google Shape;116;p16"/>
            <p:cNvSpPr/>
            <p:nvPr/>
          </p:nvSpPr>
          <p:spPr>
            <a:xfrm>
              <a:off x="-1348560" y="-1520640"/>
              <a:ext cx="2358360" cy="243972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" name="Google Shape;117;p16"/>
            <p:cNvSpPr/>
            <p:nvPr/>
          </p:nvSpPr>
          <p:spPr>
            <a:xfrm flipH="1">
              <a:off x="6318720" y="4806000"/>
              <a:ext cx="2754720" cy="232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" name="Google Shape;118;p16"/>
            <p:cNvSpPr/>
            <p:nvPr/>
          </p:nvSpPr>
          <p:spPr>
            <a:xfrm>
              <a:off x="8404200" y="3822840"/>
              <a:ext cx="710280" cy="762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t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0000" b="0" u="none" strike="noStrike">
                  <a:solidFill>
                    <a:schemeClr val="dk2"/>
                  </a:solidFill>
                  <a:effectLst/>
                  <a:uFillTx/>
                  <a:latin typeface="Gilda Display"/>
                  <a:ea typeface="Gilda Display"/>
                </a:rPr>
                <a:t>’’</a:t>
              </a:r>
              <a:endParaRPr lang="en-US" sz="100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" name="Google Shape;119;p16"/>
            <p:cNvSpPr/>
            <p:nvPr/>
          </p:nvSpPr>
          <p:spPr>
            <a:xfrm flipH="1">
              <a:off x="5047560" y="4806000"/>
              <a:ext cx="1129320" cy="232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1" name="PlaceHolder 1"/>
          <p:cNvSpPr>
            <a:spLocks noGrp="1"/>
          </p:cNvSpPr>
          <p:nvPr>
            <p:ph type="title" hasCustomPrompt="1"/>
          </p:nvPr>
        </p:nvSpPr>
        <p:spPr>
          <a:xfrm>
            <a:off x="713160" y="53604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122;p17"/>
          <p:cNvSpPr/>
          <p:nvPr/>
        </p:nvSpPr>
        <p:spPr>
          <a:xfrm flipH="1">
            <a:off x="7597440" y="4767480"/>
            <a:ext cx="1439280" cy="2322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82080" bIns="82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3" name="Google Shape;123;p17"/>
          <p:cNvSpPr/>
          <p:nvPr/>
        </p:nvSpPr>
        <p:spPr>
          <a:xfrm>
            <a:off x="0" y="1440"/>
            <a:ext cx="3987720" cy="5140440"/>
          </a:xfrm>
          <a:prstGeom prst="round1Rect">
            <a:avLst>
              <a:gd name="adj" fmla="val 50000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4" name="Google Shape;124;p17"/>
          <p:cNvSpPr/>
          <p:nvPr/>
        </p:nvSpPr>
        <p:spPr>
          <a:xfrm flipH="1">
            <a:off x="6764760" y="166680"/>
            <a:ext cx="2272320" cy="2322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82080" bIns="82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5" name="PlaceHolder 1"/>
          <p:cNvSpPr>
            <a:spLocks noGrp="1"/>
          </p:cNvSpPr>
          <p:nvPr>
            <p:ph type="title" hasCustomPrompt="1"/>
          </p:nvPr>
        </p:nvSpPr>
        <p:spPr>
          <a:xfrm>
            <a:off x="3970440" y="2221200"/>
            <a:ext cx="4455000" cy="1460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title" hasCustomPrompt="1"/>
          </p:nvPr>
        </p:nvSpPr>
        <p:spPr>
          <a:xfrm>
            <a:off x="1474200" y="2530440"/>
            <a:ext cx="1040040" cy="8413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80000"/>
              </a:lnSpc>
              <a:buNone/>
            </a:pPr>
            <a:r>
              <a:rPr lang="fr-FR" sz="6000" b="1" u="none" strike="noStrike">
                <a:solidFill>
                  <a:schemeClr val="lt1"/>
                </a:solidFill>
                <a:effectLst/>
                <a:uFillTx/>
                <a:latin typeface="Gilda Display"/>
                <a:ea typeface="Gilda Display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129;p18"/>
          <p:cNvGrpSpPr/>
          <p:nvPr/>
        </p:nvGrpSpPr>
        <p:grpSpPr>
          <a:xfrm>
            <a:off x="7200" y="136080"/>
            <a:ext cx="10339560" cy="6783840"/>
            <a:chOff x="7200" y="136080"/>
            <a:chExt cx="10339560" cy="6783840"/>
          </a:xfrm>
        </p:grpSpPr>
        <p:sp>
          <p:nvSpPr>
            <p:cNvPr id="48" name="Google Shape;130;p18"/>
            <p:cNvSpPr/>
            <p:nvPr/>
          </p:nvSpPr>
          <p:spPr>
            <a:xfrm>
              <a:off x="87840" y="136080"/>
              <a:ext cx="1439280" cy="232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" name="Google Shape;131;p18"/>
            <p:cNvSpPr/>
            <p:nvPr/>
          </p:nvSpPr>
          <p:spPr>
            <a:xfrm flipH="1">
              <a:off x="6840" y="3736440"/>
              <a:ext cx="9143640" cy="140508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" name="Google Shape;132;p18"/>
            <p:cNvSpPr/>
            <p:nvPr/>
          </p:nvSpPr>
          <p:spPr>
            <a:xfrm flipH="1">
              <a:off x="5891400" y="869400"/>
              <a:ext cx="4455000" cy="605052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" name="Google Shape;133;p18"/>
            <p:cNvSpPr/>
            <p:nvPr/>
          </p:nvSpPr>
          <p:spPr>
            <a:xfrm>
              <a:off x="87840" y="539640"/>
              <a:ext cx="917640" cy="232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2" name="PlaceHolder 1"/>
          <p:cNvSpPr>
            <a:spLocks noGrp="1"/>
          </p:cNvSpPr>
          <p:nvPr>
            <p:ph type="title" hasCustomPrompt="1"/>
          </p:nvPr>
        </p:nvSpPr>
        <p:spPr>
          <a:xfrm>
            <a:off x="740160" y="2221200"/>
            <a:ext cx="4455000" cy="1460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title" hasCustomPrompt="1"/>
          </p:nvPr>
        </p:nvSpPr>
        <p:spPr>
          <a:xfrm>
            <a:off x="7038000" y="2530440"/>
            <a:ext cx="1040040" cy="8413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80000"/>
              </a:lnSpc>
              <a:buNone/>
            </a:pPr>
            <a:r>
              <a:rPr lang="fr-FR" sz="6000" b="1" u="none" strike="noStrike">
                <a:solidFill>
                  <a:schemeClr val="lt1"/>
                </a:solidFill>
                <a:effectLst/>
                <a:uFillTx/>
                <a:latin typeface="Gilda Display"/>
                <a:ea typeface="Gilda Display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138;p19"/>
          <p:cNvSpPr/>
          <p:nvPr/>
        </p:nvSpPr>
        <p:spPr>
          <a:xfrm flipH="1">
            <a:off x="54000" y="144000"/>
            <a:ext cx="1439280" cy="2322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82080" bIns="82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5" name="Google Shape;139;p19"/>
          <p:cNvSpPr/>
          <p:nvPr/>
        </p:nvSpPr>
        <p:spPr>
          <a:xfrm rot="10800000" flipH="1">
            <a:off x="-360" y="1086480"/>
            <a:ext cx="9143640" cy="40572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6" name="Google Shape;140;p19"/>
          <p:cNvSpPr/>
          <p:nvPr/>
        </p:nvSpPr>
        <p:spPr>
          <a:xfrm>
            <a:off x="8278200" y="5760"/>
            <a:ext cx="710280" cy="762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GB" sz="10000" b="0" u="none" strike="noStrike">
                <a:solidFill>
                  <a:schemeClr val="dk2"/>
                </a:solidFill>
                <a:effectLst/>
                <a:uFillTx/>
                <a:latin typeface="Gilda Display"/>
                <a:ea typeface="Gilda Display"/>
              </a:rPr>
              <a:t>’’</a:t>
            </a:r>
            <a:endParaRPr lang="en-US" sz="10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7" name="PlaceHolder 1"/>
          <p:cNvSpPr>
            <a:spLocks noGrp="1"/>
          </p:cNvSpPr>
          <p:nvPr>
            <p:ph type="title" hasCustomPrompt="1"/>
          </p:nvPr>
        </p:nvSpPr>
        <p:spPr>
          <a:xfrm>
            <a:off x="2298240" y="3182760"/>
            <a:ext cx="5739120" cy="531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144;p20"/>
          <p:cNvGrpSpPr/>
          <p:nvPr/>
        </p:nvGrpSpPr>
        <p:grpSpPr>
          <a:xfrm>
            <a:off x="-3240" y="298440"/>
            <a:ext cx="9144720" cy="4843800"/>
            <a:chOff x="-3240" y="298440"/>
            <a:chExt cx="9144720" cy="4843800"/>
          </a:xfrm>
        </p:grpSpPr>
        <p:sp>
          <p:nvSpPr>
            <p:cNvPr id="59" name="Google Shape;145;p20"/>
            <p:cNvSpPr/>
            <p:nvPr/>
          </p:nvSpPr>
          <p:spPr>
            <a:xfrm flipH="1">
              <a:off x="4295880" y="298440"/>
              <a:ext cx="4845600" cy="428472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" name="Google Shape;146;p20"/>
            <p:cNvSpPr/>
            <p:nvPr/>
          </p:nvSpPr>
          <p:spPr>
            <a:xfrm rot="10800000" flipH="1">
              <a:off x="-3240" y="4569840"/>
              <a:ext cx="9144720" cy="57240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" name="Google Shape;147;p20"/>
            <p:cNvSpPr/>
            <p:nvPr/>
          </p:nvSpPr>
          <p:spPr>
            <a:xfrm flipH="1">
              <a:off x="712440" y="4749120"/>
              <a:ext cx="1267560" cy="232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" name="Google Shape;148;p20"/>
            <p:cNvSpPr/>
            <p:nvPr/>
          </p:nvSpPr>
          <p:spPr>
            <a:xfrm>
              <a:off x="8278200" y="310680"/>
              <a:ext cx="710280" cy="762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t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0000" b="0" u="none" strike="noStrike">
                  <a:solidFill>
                    <a:schemeClr val="dk2"/>
                  </a:solidFill>
                  <a:effectLst/>
                  <a:uFillTx/>
                  <a:latin typeface="Gilda Display"/>
                  <a:ea typeface="Gilda Display"/>
                </a:rPr>
                <a:t>’’</a:t>
              </a:r>
              <a:endParaRPr lang="en-US" sz="100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3" name="PlaceHolder 1"/>
          <p:cNvSpPr>
            <a:spLocks noGrp="1"/>
          </p:cNvSpPr>
          <p:nvPr>
            <p:ph type="title" hasCustomPrompt="1"/>
          </p:nvPr>
        </p:nvSpPr>
        <p:spPr>
          <a:xfrm>
            <a:off x="720000" y="824040"/>
            <a:ext cx="3292200" cy="2378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 hasCustomPrompt="1"/>
          </p:nvPr>
        </p:nvSpPr>
        <p:spPr>
          <a:xfrm>
            <a:off x="4785480" y="738360"/>
            <a:ext cx="3866040" cy="3830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16;p3"/>
          <p:cNvGrpSpPr/>
          <p:nvPr/>
        </p:nvGrpSpPr>
        <p:grpSpPr>
          <a:xfrm>
            <a:off x="7200" y="136080"/>
            <a:ext cx="9143640" cy="5005800"/>
            <a:chOff x="7200" y="136080"/>
            <a:chExt cx="9143640" cy="5005800"/>
          </a:xfrm>
        </p:grpSpPr>
        <p:sp>
          <p:nvSpPr>
            <p:cNvPr id="66" name="Google Shape;17;p3"/>
            <p:cNvSpPr/>
            <p:nvPr/>
          </p:nvSpPr>
          <p:spPr>
            <a:xfrm>
              <a:off x="147960" y="136080"/>
              <a:ext cx="1439280" cy="232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" name="Google Shape;18;p3"/>
            <p:cNvSpPr/>
            <p:nvPr/>
          </p:nvSpPr>
          <p:spPr>
            <a:xfrm>
              <a:off x="1712520" y="136080"/>
              <a:ext cx="917640" cy="232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" name="Google Shape;19;p3"/>
            <p:cNvSpPr/>
            <p:nvPr/>
          </p:nvSpPr>
          <p:spPr>
            <a:xfrm flipH="1">
              <a:off x="6840" y="4534560"/>
              <a:ext cx="9143640" cy="60732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" name="Google Shape;20;p3"/>
            <p:cNvSpPr/>
            <p:nvPr/>
          </p:nvSpPr>
          <p:spPr>
            <a:xfrm>
              <a:off x="5892120" y="1043280"/>
              <a:ext cx="2530080" cy="3490920"/>
            </a:xfrm>
            <a:prstGeom prst="round2SameRect">
              <a:avLst>
                <a:gd name="adj1" fmla="val 49818"/>
                <a:gd name="adj2" fmla="val 0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70" name="PlaceHolder 1"/>
          <p:cNvSpPr>
            <a:spLocks noGrp="1"/>
          </p:cNvSpPr>
          <p:nvPr>
            <p:ph type="title" hasCustomPrompt="1"/>
          </p:nvPr>
        </p:nvSpPr>
        <p:spPr>
          <a:xfrm>
            <a:off x="720360" y="2221200"/>
            <a:ext cx="4455000" cy="1460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title" hasCustomPrompt="1"/>
          </p:nvPr>
        </p:nvSpPr>
        <p:spPr>
          <a:xfrm>
            <a:off x="6637320" y="2530440"/>
            <a:ext cx="1040040" cy="8413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80000"/>
              </a:lnSpc>
              <a:buNone/>
            </a:pPr>
            <a:r>
              <a:rPr lang="fr-FR" sz="6000" b="1" u="none" strike="noStrike">
                <a:solidFill>
                  <a:schemeClr val="lt1"/>
                </a:solidFill>
                <a:effectLst/>
                <a:uFillTx/>
                <a:latin typeface="Gilda Display"/>
                <a:ea typeface="Gilda Display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153;p21"/>
          <p:cNvGrpSpPr/>
          <p:nvPr/>
        </p:nvGrpSpPr>
        <p:grpSpPr>
          <a:xfrm>
            <a:off x="372960" y="1080"/>
            <a:ext cx="8771040" cy="7215840"/>
            <a:chOff x="372960" y="1080"/>
            <a:chExt cx="8771040" cy="7215840"/>
          </a:xfrm>
        </p:grpSpPr>
        <p:sp>
          <p:nvSpPr>
            <p:cNvPr id="73" name="Google Shape;154;p21"/>
            <p:cNvSpPr/>
            <p:nvPr/>
          </p:nvSpPr>
          <p:spPr>
            <a:xfrm rot="10800000" flipH="1">
              <a:off x="4158000" y="1080"/>
              <a:ext cx="4986000" cy="5142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" name="Google Shape;155;p21"/>
            <p:cNvSpPr/>
            <p:nvPr/>
          </p:nvSpPr>
          <p:spPr>
            <a:xfrm>
              <a:off x="2931120" y="4604040"/>
              <a:ext cx="2525400" cy="261288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" name="Google Shape;156;p21"/>
            <p:cNvSpPr/>
            <p:nvPr/>
          </p:nvSpPr>
          <p:spPr>
            <a:xfrm flipH="1">
              <a:off x="372960" y="4604400"/>
              <a:ext cx="1308240" cy="232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" name="Google Shape;157;p21"/>
            <p:cNvSpPr/>
            <p:nvPr/>
          </p:nvSpPr>
          <p:spPr>
            <a:xfrm>
              <a:off x="8278200" y="5760"/>
              <a:ext cx="710280" cy="762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t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0000" b="0" u="none" strike="noStrike">
                  <a:solidFill>
                    <a:schemeClr val="dk2"/>
                  </a:solidFill>
                  <a:effectLst/>
                  <a:uFillTx/>
                  <a:latin typeface="Gilda Display"/>
                  <a:ea typeface="Gilda Display"/>
                </a:rPr>
                <a:t>’’</a:t>
              </a:r>
              <a:endParaRPr lang="en-US" sz="100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77" name="PlaceHolder 1"/>
          <p:cNvSpPr>
            <a:spLocks noGrp="1"/>
          </p:cNvSpPr>
          <p:nvPr>
            <p:ph type="title" hasCustomPrompt="1"/>
          </p:nvPr>
        </p:nvSpPr>
        <p:spPr>
          <a:xfrm>
            <a:off x="720000" y="1390320"/>
            <a:ext cx="3011760" cy="1180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161;p22"/>
          <p:cNvGrpSpPr/>
          <p:nvPr/>
        </p:nvGrpSpPr>
        <p:grpSpPr>
          <a:xfrm>
            <a:off x="-1303920" y="1080"/>
            <a:ext cx="10388520" cy="6450840"/>
            <a:chOff x="-1303920" y="1080"/>
            <a:chExt cx="10388520" cy="6450840"/>
          </a:xfrm>
        </p:grpSpPr>
        <p:sp>
          <p:nvSpPr>
            <p:cNvPr id="79" name="Google Shape;162;p22"/>
            <p:cNvSpPr/>
            <p:nvPr/>
          </p:nvSpPr>
          <p:spPr>
            <a:xfrm>
              <a:off x="7776360" y="4806000"/>
              <a:ext cx="1308240" cy="232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" name="Google Shape;163;p22"/>
            <p:cNvSpPr/>
            <p:nvPr/>
          </p:nvSpPr>
          <p:spPr>
            <a:xfrm rot="10800000">
              <a:off x="-24120" y="1080"/>
              <a:ext cx="4986000" cy="5142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" name="Google Shape;164;p22"/>
            <p:cNvSpPr/>
            <p:nvPr/>
          </p:nvSpPr>
          <p:spPr>
            <a:xfrm flipH="1">
              <a:off x="-1304280" y="3839040"/>
              <a:ext cx="2525400" cy="261288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" name="Google Shape;165;p22"/>
            <p:cNvSpPr/>
            <p:nvPr/>
          </p:nvSpPr>
          <p:spPr>
            <a:xfrm flipH="1">
              <a:off x="8283240" y="82080"/>
              <a:ext cx="710280" cy="762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t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0000" b="0" u="none" strike="noStrike">
                  <a:solidFill>
                    <a:schemeClr val="dk2"/>
                  </a:solidFill>
                  <a:effectLst/>
                  <a:uFillTx/>
                  <a:latin typeface="Gilda Display"/>
                  <a:ea typeface="Gilda Display"/>
                </a:rPr>
                <a:t>’’</a:t>
              </a:r>
              <a:endParaRPr lang="en-US" sz="100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83" name="PlaceHolder 1"/>
          <p:cNvSpPr>
            <a:spLocks noGrp="1"/>
          </p:cNvSpPr>
          <p:nvPr>
            <p:ph type="title" hasCustomPrompt="1"/>
          </p:nvPr>
        </p:nvSpPr>
        <p:spPr>
          <a:xfrm>
            <a:off x="5100120" y="1418760"/>
            <a:ext cx="2630160" cy="1230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169;p23"/>
          <p:cNvGrpSpPr/>
          <p:nvPr/>
        </p:nvGrpSpPr>
        <p:grpSpPr>
          <a:xfrm>
            <a:off x="-24120" y="1080"/>
            <a:ext cx="10446480" cy="6450840"/>
            <a:chOff x="-24120" y="1080"/>
            <a:chExt cx="10446480" cy="6450840"/>
          </a:xfrm>
        </p:grpSpPr>
        <p:sp>
          <p:nvSpPr>
            <p:cNvPr id="85" name="Google Shape;170;p23"/>
            <p:cNvSpPr/>
            <p:nvPr/>
          </p:nvSpPr>
          <p:spPr>
            <a:xfrm rot="10800000">
              <a:off x="-24120" y="1080"/>
              <a:ext cx="4986000" cy="5142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" name="Google Shape;171;p23"/>
            <p:cNvSpPr/>
            <p:nvPr/>
          </p:nvSpPr>
          <p:spPr>
            <a:xfrm>
              <a:off x="7896960" y="3839040"/>
              <a:ext cx="2525400" cy="261288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" name="Google Shape;172;p23"/>
            <p:cNvSpPr/>
            <p:nvPr/>
          </p:nvSpPr>
          <p:spPr>
            <a:xfrm flipH="1">
              <a:off x="220320" y="4756680"/>
              <a:ext cx="1308240" cy="232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" name="Google Shape;173;p23"/>
            <p:cNvSpPr/>
            <p:nvPr/>
          </p:nvSpPr>
          <p:spPr>
            <a:xfrm>
              <a:off x="8131680" y="163080"/>
              <a:ext cx="710280" cy="762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t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0000" b="0" u="none" strike="noStrike">
                  <a:solidFill>
                    <a:schemeClr val="dk2"/>
                  </a:solidFill>
                  <a:effectLst/>
                  <a:uFillTx/>
                  <a:latin typeface="Gilda Display"/>
                  <a:ea typeface="Gilda Display"/>
                </a:rPr>
                <a:t>’’</a:t>
              </a:r>
              <a:endParaRPr lang="en-US" sz="100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" name="Google Shape;174;p23"/>
            <p:cNvSpPr/>
            <p:nvPr/>
          </p:nvSpPr>
          <p:spPr>
            <a:xfrm flipH="1">
              <a:off x="219960" y="4371480"/>
              <a:ext cx="939240" cy="232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90" name="PlaceHolder 1"/>
          <p:cNvSpPr>
            <a:spLocks noGrp="1"/>
          </p:cNvSpPr>
          <p:nvPr>
            <p:ph type="title" hasCustomPrompt="1"/>
          </p:nvPr>
        </p:nvSpPr>
        <p:spPr>
          <a:xfrm>
            <a:off x="1843560" y="1411920"/>
            <a:ext cx="2844720" cy="116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178;p24"/>
          <p:cNvGrpSpPr/>
          <p:nvPr/>
        </p:nvGrpSpPr>
        <p:grpSpPr>
          <a:xfrm>
            <a:off x="0" y="4151160"/>
            <a:ext cx="9143640" cy="992520"/>
            <a:chOff x="0" y="4151160"/>
            <a:chExt cx="9143640" cy="992520"/>
          </a:xfrm>
        </p:grpSpPr>
        <p:sp>
          <p:nvSpPr>
            <p:cNvPr id="92" name="Google Shape;179;p24"/>
            <p:cNvSpPr/>
            <p:nvPr/>
          </p:nvSpPr>
          <p:spPr>
            <a:xfrm rot="10800000" flipH="1">
              <a:off x="-360" y="4151160"/>
              <a:ext cx="9143640" cy="99252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" name="Google Shape;180;p24"/>
            <p:cNvSpPr/>
            <p:nvPr/>
          </p:nvSpPr>
          <p:spPr>
            <a:xfrm>
              <a:off x="217080" y="4719960"/>
              <a:ext cx="1772640" cy="232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" name="Google Shape;181;p24"/>
            <p:cNvSpPr/>
            <p:nvPr/>
          </p:nvSpPr>
          <p:spPr>
            <a:xfrm>
              <a:off x="217080" y="4371480"/>
              <a:ext cx="1226520" cy="232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95" name="PlaceHolder 1"/>
          <p:cNvSpPr>
            <a:spLocks noGrp="1"/>
          </p:cNvSpPr>
          <p:nvPr>
            <p:ph type="title" hasCustomPrompt="1"/>
          </p:nvPr>
        </p:nvSpPr>
        <p:spPr>
          <a:xfrm>
            <a:off x="713160" y="53604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188;p25"/>
          <p:cNvGrpSpPr/>
          <p:nvPr/>
        </p:nvGrpSpPr>
        <p:grpSpPr>
          <a:xfrm>
            <a:off x="0" y="360"/>
            <a:ext cx="9143640" cy="4951800"/>
            <a:chOff x="0" y="360"/>
            <a:chExt cx="9143640" cy="4951800"/>
          </a:xfrm>
        </p:grpSpPr>
        <p:sp>
          <p:nvSpPr>
            <p:cNvPr id="97" name="Google Shape;189;p25"/>
            <p:cNvSpPr/>
            <p:nvPr/>
          </p:nvSpPr>
          <p:spPr>
            <a:xfrm rot="10800000" flipH="1">
              <a:off x="-360" y="360"/>
              <a:ext cx="9143640" cy="1227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" name="Google Shape;190;p25"/>
            <p:cNvSpPr/>
            <p:nvPr/>
          </p:nvSpPr>
          <p:spPr>
            <a:xfrm>
              <a:off x="316440" y="4719960"/>
              <a:ext cx="2337480" cy="232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" name="Google Shape;191;p25"/>
            <p:cNvSpPr/>
            <p:nvPr/>
          </p:nvSpPr>
          <p:spPr>
            <a:xfrm>
              <a:off x="2852640" y="4719960"/>
              <a:ext cx="719280" cy="232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0" name="PlaceHolder 1"/>
          <p:cNvSpPr>
            <a:spLocks noGrp="1"/>
          </p:cNvSpPr>
          <p:nvPr>
            <p:ph type="title" hasCustomPrompt="1"/>
          </p:nvPr>
        </p:nvSpPr>
        <p:spPr>
          <a:xfrm>
            <a:off x="713160" y="53604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96;p26"/>
          <p:cNvGrpSpPr/>
          <p:nvPr/>
        </p:nvGrpSpPr>
        <p:grpSpPr>
          <a:xfrm>
            <a:off x="422280" y="7560"/>
            <a:ext cx="8721720" cy="5128560"/>
            <a:chOff x="422280" y="7560"/>
            <a:chExt cx="8721720" cy="5128560"/>
          </a:xfrm>
        </p:grpSpPr>
        <p:sp>
          <p:nvSpPr>
            <p:cNvPr id="102" name="Google Shape;197;p26"/>
            <p:cNvSpPr/>
            <p:nvPr/>
          </p:nvSpPr>
          <p:spPr>
            <a:xfrm rot="10800000" flipH="1">
              <a:off x="8431200" y="7560"/>
              <a:ext cx="712800" cy="512856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" name="Google Shape;198;p26"/>
            <p:cNvSpPr/>
            <p:nvPr/>
          </p:nvSpPr>
          <p:spPr>
            <a:xfrm>
              <a:off x="422280" y="4604040"/>
              <a:ext cx="1524960" cy="232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4" name="PlaceHolder 1"/>
          <p:cNvSpPr>
            <a:spLocks noGrp="1"/>
          </p:cNvSpPr>
          <p:nvPr>
            <p:ph type="title" hasCustomPrompt="1"/>
          </p:nvPr>
        </p:nvSpPr>
        <p:spPr>
          <a:xfrm>
            <a:off x="713160" y="53604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207;p27"/>
          <p:cNvGrpSpPr/>
          <p:nvPr/>
        </p:nvGrpSpPr>
        <p:grpSpPr>
          <a:xfrm>
            <a:off x="0" y="360"/>
            <a:ext cx="10478880" cy="6530760"/>
            <a:chOff x="0" y="360"/>
            <a:chExt cx="10478880" cy="6530760"/>
          </a:xfrm>
        </p:grpSpPr>
        <p:sp>
          <p:nvSpPr>
            <p:cNvPr id="106" name="Google Shape;208;p27"/>
            <p:cNvSpPr/>
            <p:nvPr/>
          </p:nvSpPr>
          <p:spPr>
            <a:xfrm>
              <a:off x="7822440" y="3782160"/>
              <a:ext cx="2656440" cy="274896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" name="Google Shape;209;p27"/>
            <p:cNvSpPr/>
            <p:nvPr/>
          </p:nvSpPr>
          <p:spPr>
            <a:xfrm rot="10800000" flipH="1">
              <a:off x="-360" y="360"/>
              <a:ext cx="9143640" cy="114228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8" name="PlaceHolder 1"/>
          <p:cNvSpPr>
            <a:spLocks noGrp="1"/>
          </p:cNvSpPr>
          <p:nvPr>
            <p:ph type="title" hasCustomPrompt="1"/>
          </p:nvPr>
        </p:nvSpPr>
        <p:spPr>
          <a:xfrm>
            <a:off x="713160" y="53604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220;p28"/>
          <p:cNvGrpSpPr/>
          <p:nvPr/>
        </p:nvGrpSpPr>
        <p:grpSpPr>
          <a:xfrm>
            <a:off x="360" y="7560"/>
            <a:ext cx="9140760" cy="5128560"/>
            <a:chOff x="360" y="7560"/>
            <a:chExt cx="9140760" cy="5128560"/>
          </a:xfrm>
        </p:grpSpPr>
        <p:sp>
          <p:nvSpPr>
            <p:cNvPr id="110" name="Google Shape;221;p28"/>
            <p:cNvSpPr/>
            <p:nvPr/>
          </p:nvSpPr>
          <p:spPr>
            <a:xfrm>
              <a:off x="4402440" y="4818240"/>
              <a:ext cx="4696200" cy="232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" name="Google Shape;222;p28"/>
            <p:cNvSpPr/>
            <p:nvPr/>
          </p:nvSpPr>
          <p:spPr>
            <a:xfrm rot="10800000" flipH="1">
              <a:off x="0" y="7560"/>
              <a:ext cx="712800" cy="512856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" name="Google Shape;223;p28"/>
            <p:cNvSpPr/>
            <p:nvPr/>
          </p:nvSpPr>
          <p:spPr>
            <a:xfrm>
              <a:off x="8430840" y="3815640"/>
              <a:ext cx="710280" cy="762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t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0000" b="0" u="none" strike="noStrike">
                  <a:solidFill>
                    <a:schemeClr val="dk2"/>
                  </a:solidFill>
                  <a:effectLst/>
                  <a:uFillTx/>
                  <a:latin typeface="Gilda Display"/>
                  <a:ea typeface="Gilda Display"/>
                </a:rPr>
                <a:t>’’</a:t>
              </a:r>
              <a:endParaRPr lang="en-US" sz="100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13" name="PlaceHolder 1"/>
          <p:cNvSpPr>
            <a:spLocks noGrp="1"/>
          </p:cNvSpPr>
          <p:nvPr>
            <p:ph type="title" hasCustomPrompt="1"/>
          </p:nvPr>
        </p:nvSpPr>
        <p:spPr>
          <a:xfrm>
            <a:off x="713160" y="53604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236;p29"/>
          <p:cNvGrpSpPr/>
          <p:nvPr/>
        </p:nvGrpSpPr>
        <p:grpSpPr>
          <a:xfrm>
            <a:off x="0" y="144000"/>
            <a:ext cx="9143640" cy="4999680"/>
            <a:chOff x="0" y="144000"/>
            <a:chExt cx="9143640" cy="4999680"/>
          </a:xfrm>
        </p:grpSpPr>
        <p:sp>
          <p:nvSpPr>
            <p:cNvPr id="115" name="Google Shape;237;p29"/>
            <p:cNvSpPr/>
            <p:nvPr/>
          </p:nvSpPr>
          <p:spPr>
            <a:xfrm rot="10800000" flipH="1">
              <a:off x="-360" y="4598280"/>
              <a:ext cx="9143640" cy="545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" name="Google Shape;238;p29"/>
            <p:cNvSpPr/>
            <p:nvPr/>
          </p:nvSpPr>
          <p:spPr>
            <a:xfrm>
              <a:off x="8430840" y="158040"/>
              <a:ext cx="710280" cy="762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t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0000" b="0" u="none" strike="noStrike">
                  <a:solidFill>
                    <a:schemeClr val="dk2"/>
                  </a:solidFill>
                  <a:effectLst/>
                  <a:uFillTx/>
                  <a:latin typeface="Gilda Display"/>
                  <a:ea typeface="Gilda Display"/>
                </a:rPr>
                <a:t>’’</a:t>
              </a:r>
              <a:endParaRPr lang="en-US" sz="100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" name="Google Shape;239;p29"/>
            <p:cNvSpPr/>
            <p:nvPr/>
          </p:nvSpPr>
          <p:spPr>
            <a:xfrm>
              <a:off x="7204680" y="144000"/>
              <a:ext cx="1861560" cy="232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18" name="PlaceHolder 1"/>
          <p:cNvSpPr>
            <a:spLocks noGrp="1"/>
          </p:cNvSpPr>
          <p:nvPr>
            <p:ph type="title" hasCustomPrompt="1"/>
          </p:nvPr>
        </p:nvSpPr>
        <p:spPr>
          <a:xfrm>
            <a:off x="713160" y="53604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oogle Shape;254;p30"/>
          <p:cNvGrpSpPr/>
          <p:nvPr/>
        </p:nvGrpSpPr>
        <p:grpSpPr>
          <a:xfrm>
            <a:off x="0" y="0"/>
            <a:ext cx="9143640" cy="5155920"/>
            <a:chOff x="0" y="0"/>
            <a:chExt cx="9143640" cy="5155920"/>
          </a:xfrm>
        </p:grpSpPr>
        <p:sp>
          <p:nvSpPr>
            <p:cNvPr id="120" name="Google Shape;255;p30"/>
            <p:cNvSpPr/>
            <p:nvPr/>
          </p:nvSpPr>
          <p:spPr>
            <a:xfrm>
              <a:off x="0" y="2736720"/>
              <a:ext cx="9143640" cy="24192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" name="Google Shape;256;p30"/>
            <p:cNvSpPr/>
            <p:nvPr/>
          </p:nvSpPr>
          <p:spPr>
            <a:xfrm>
              <a:off x="0" y="0"/>
              <a:ext cx="7637040" cy="514332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" name="Google Shape;257;p30"/>
            <p:cNvSpPr/>
            <p:nvPr/>
          </p:nvSpPr>
          <p:spPr>
            <a:xfrm flipH="1">
              <a:off x="220320" y="4756680"/>
              <a:ext cx="1308240" cy="232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" name="Google Shape;258;p30"/>
            <p:cNvSpPr/>
            <p:nvPr/>
          </p:nvSpPr>
          <p:spPr>
            <a:xfrm>
              <a:off x="8278200" y="5760"/>
              <a:ext cx="710280" cy="762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t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0000" b="0" u="none" strike="noStrike">
                  <a:solidFill>
                    <a:schemeClr val="accent1"/>
                  </a:solidFill>
                  <a:effectLst/>
                  <a:uFillTx/>
                  <a:latin typeface="Gilda Display"/>
                  <a:ea typeface="Gilda Display"/>
                </a:rPr>
                <a:t>’’</a:t>
              </a:r>
              <a:endParaRPr lang="en-US" sz="100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24" name="PlaceHolder 1"/>
          <p:cNvSpPr>
            <a:spLocks noGrp="1"/>
          </p:cNvSpPr>
          <p:nvPr>
            <p:ph type="title" hasCustomPrompt="1"/>
          </p:nvPr>
        </p:nvSpPr>
        <p:spPr>
          <a:xfrm>
            <a:off x="2383560" y="822600"/>
            <a:ext cx="4376520" cy="7686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4500" b="1" u="none" strike="noStrike">
                <a:solidFill>
                  <a:schemeClr val="lt1"/>
                </a:solidFill>
                <a:effectLst/>
                <a:uFillTx/>
                <a:latin typeface="Gilda Display"/>
                <a:ea typeface="Gilda Display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title" hasCustomPrompt="1"/>
          </p:nvPr>
        </p:nvSpPr>
        <p:spPr>
          <a:xfrm>
            <a:off x="2383560" y="2120400"/>
            <a:ext cx="4376520" cy="7686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4500" b="1" u="none" strike="noStrike">
                <a:solidFill>
                  <a:schemeClr val="lt1"/>
                </a:solidFill>
                <a:effectLst/>
                <a:uFillTx/>
                <a:latin typeface="Gilda Display"/>
                <a:ea typeface="Gilda Display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title" hasCustomPrompt="1"/>
          </p:nvPr>
        </p:nvSpPr>
        <p:spPr>
          <a:xfrm>
            <a:off x="2383560" y="3418200"/>
            <a:ext cx="4376520" cy="7686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4500" b="1" u="none" strike="noStrike">
                <a:solidFill>
                  <a:schemeClr val="lt1"/>
                </a:solidFill>
                <a:effectLst/>
                <a:uFillTx/>
                <a:latin typeface="Gilda Display"/>
                <a:ea typeface="Gilda Display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25;p4"/>
          <p:cNvGrpSpPr/>
          <p:nvPr/>
        </p:nvGrpSpPr>
        <p:grpSpPr>
          <a:xfrm>
            <a:off x="360" y="15120"/>
            <a:ext cx="9017280" cy="5128560"/>
            <a:chOff x="360" y="15120"/>
            <a:chExt cx="9017280" cy="5128560"/>
          </a:xfrm>
        </p:grpSpPr>
        <p:sp>
          <p:nvSpPr>
            <p:cNvPr id="128" name="Google Shape;26;p4"/>
            <p:cNvSpPr/>
            <p:nvPr/>
          </p:nvSpPr>
          <p:spPr>
            <a:xfrm rot="10800000" flipH="1">
              <a:off x="0" y="15120"/>
              <a:ext cx="712800" cy="512856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" name="Google Shape;27;p4"/>
            <p:cNvSpPr/>
            <p:nvPr/>
          </p:nvSpPr>
          <p:spPr>
            <a:xfrm>
              <a:off x="6680160" y="144000"/>
              <a:ext cx="2337480" cy="232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30" name="PlaceHolder 1"/>
          <p:cNvSpPr>
            <a:spLocks noGrp="1"/>
          </p:cNvSpPr>
          <p:nvPr>
            <p:ph type="body" hasCustomPrompt="1"/>
          </p:nvPr>
        </p:nvSpPr>
        <p:spPr>
          <a:xfrm>
            <a:off x="720000" y="1215720"/>
            <a:ext cx="7703640" cy="39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title" hasCustomPrompt="1"/>
          </p:nvPr>
        </p:nvSpPr>
        <p:spPr>
          <a:xfrm>
            <a:off x="713160" y="53604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266;p31"/>
          <p:cNvGrpSpPr/>
          <p:nvPr/>
        </p:nvGrpSpPr>
        <p:grpSpPr>
          <a:xfrm>
            <a:off x="0" y="12960"/>
            <a:ext cx="9143640" cy="5143320"/>
            <a:chOff x="0" y="12960"/>
            <a:chExt cx="9143640" cy="5143320"/>
          </a:xfrm>
        </p:grpSpPr>
        <p:sp>
          <p:nvSpPr>
            <p:cNvPr id="133" name="Google Shape;267;p31"/>
            <p:cNvSpPr/>
            <p:nvPr/>
          </p:nvSpPr>
          <p:spPr>
            <a:xfrm>
              <a:off x="0" y="3599640"/>
              <a:ext cx="9143640" cy="15566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" name="Google Shape;268;p31"/>
            <p:cNvSpPr/>
            <p:nvPr/>
          </p:nvSpPr>
          <p:spPr>
            <a:xfrm>
              <a:off x="936360" y="12960"/>
              <a:ext cx="7270920" cy="514332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" name="Google Shape;269;p31"/>
            <p:cNvSpPr/>
            <p:nvPr/>
          </p:nvSpPr>
          <p:spPr>
            <a:xfrm>
              <a:off x="87840" y="136080"/>
              <a:ext cx="1439280" cy="232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" name="Google Shape;270;p31"/>
            <p:cNvSpPr/>
            <p:nvPr/>
          </p:nvSpPr>
          <p:spPr>
            <a:xfrm>
              <a:off x="87120" y="407880"/>
              <a:ext cx="710280" cy="762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t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0000" b="0" u="none" strike="noStrike">
                  <a:solidFill>
                    <a:schemeClr val="dk2"/>
                  </a:solidFill>
                  <a:effectLst/>
                  <a:uFillTx/>
                  <a:latin typeface="Gilda Display"/>
                  <a:ea typeface="Gilda Display"/>
                </a:rPr>
                <a:t>“</a:t>
              </a:r>
              <a:endParaRPr lang="en-US" sz="100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" name="Google Shape;271;p31"/>
            <p:cNvSpPr/>
            <p:nvPr/>
          </p:nvSpPr>
          <p:spPr>
            <a:xfrm>
              <a:off x="8345880" y="407880"/>
              <a:ext cx="710280" cy="762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t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0000" b="0" u="none" strike="noStrike">
                  <a:solidFill>
                    <a:schemeClr val="dk2"/>
                  </a:solidFill>
                  <a:effectLst/>
                  <a:uFillTx/>
                  <a:latin typeface="Gilda Display"/>
                  <a:ea typeface="Gilda Display"/>
                </a:rPr>
                <a:t>’’</a:t>
              </a:r>
              <a:endParaRPr lang="en-US" sz="100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38" name="PlaceHolder 1"/>
          <p:cNvSpPr>
            <a:spLocks noGrp="1"/>
          </p:cNvSpPr>
          <p:nvPr>
            <p:ph type="title" hasCustomPrompt="1"/>
          </p:nvPr>
        </p:nvSpPr>
        <p:spPr>
          <a:xfrm>
            <a:off x="2137320" y="562320"/>
            <a:ext cx="4869360" cy="1225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buNone/>
            </a:pPr>
            <a:r>
              <a:rPr lang="fr-FR" sz="7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7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9" name="Google Shape;274;p31"/>
          <p:cNvSpPr/>
          <p:nvPr/>
        </p:nvSpPr>
        <p:spPr>
          <a:xfrm>
            <a:off x="2137320" y="3611880"/>
            <a:ext cx="486936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t">
            <a:noAutofit/>
          </a:bodyPr>
          <a:p>
            <a:pPr algn="ctr"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-GB" sz="1200" b="1" i="1" u="none" strike="noStrike">
                <a:solidFill>
                  <a:schemeClr val="lt1"/>
                </a:solidFill>
                <a:effectLst/>
                <a:uFillTx/>
                <a:latin typeface="Gideon Roman"/>
                <a:ea typeface="Gideon Roman"/>
              </a:rPr>
              <a:t>CREDITS:</a:t>
            </a:r>
            <a:r>
              <a:rPr lang="en-GB" sz="1200" b="0" i="1" u="none" strike="noStrike">
                <a:solidFill>
                  <a:schemeClr val="lt1"/>
                </a:solidFill>
                <a:effectLst/>
                <a:uFillTx/>
                <a:latin typeface="Gideon Roman"/>
                <a:ea typeface="Gideon Roman"/>
              </a:rPr>
              <a:t> This presentation template was created by </a:t>
            </a:r>
            <a:r>
              <a:rPr lang="en-GB" sz="1200" b="1" i="1" u="sng" strike="noStrike">
                <a:solidFill>
                  <a:schemeClr val="lt1"/>
                </a:solidFill>
                <a:effectLst/>
                <a:uFillTx/>
                <a:latin typeface="Gideon Roman"/>
                <a:ea typeface="Gideon Roman"/>
                <a:hlinkClick r:id="rId2"/>
              </a:rPr>
              <a:t>Slidesgo</a:t>
            </a:r>
            <a:r>
              <a:rPr lang="en-GB" sz="1200" b="0" i="1" u="none" strike="noStrike">
                <a:solidFill>
                  <a:schemeClr val="lt1"/>
                </a:solidFill>
                <a:effectLst/>
                <a:uFillTx/>
                <a:latin typeface="Gideon Roman"/>
                <a:ea typeface="Gideon Roman"/>
              </a:rPr>
              <a:t>, and includes icons by </a:t>
            </a:r>
            <a:r>
              <a:rPr lang="en-GB" sz="1200" b="1" i="1" u="sng" strike="noStrike">
                <a:solidFill>
                  <a:schemeClr val="lt1"/>
                </a:solidFill>
                <a:effectLst/>
                <a:uFillTx/>
                <a:latin typeface="Gideon Roman"/>
                <a:ea typeface="Gideon Roman"/>
                <a:hlinkClick r:id="rId3"/>
              </a:rPr>
              <a:t>Flaticon</a:t>
            </a:r>
            <a:r>
              <a:rPr lang="en-GB" sz="1200" b="0" i="1" u="none" strike="noStrike">
                <a:solidFill>
                  <a:schemeClr val="lt1"/>
                </a:solidFill>
                <a:effectLst/>
                <a:uFillTx/>
                <a:latin typeface="Gideon Roman"/>
                <a:ea typeface="Gideon Roman"/>
              </a:rPr>
              <a:t>, and infographics &amp; images by </a:t>
            </a:r>
            <a:r>
              <a:rPr lang="en-GB" sz="1200" b="1" i="1" u="sng" strike="noStrike">
                <a:solidFill>
                  <a:schemeClr val="lt1"/>
                </a:solidFill>
                <a:effectLst/>
                <a:uFillTx/>
                <a:latin typeface="Gideon Roman"/>
                <a:ea typeface="Gideon Roman"/>
                <a:hlinkClick r:id="rId4"/>
              </a:rPr>
              <a:t>Freepik</a:t>
            </a:r>
            <a:r>
              <a:rPr lang="en-GB" sz="1200" b="0" i="1" u="sng" strike="noStrike">
                <a:solidFill>
                  <a:schemeClr val="lt1"/>
                </a:solidFill>
                <a:effectLst/>
                <a:uFillTx/>
                <a:latin typeface="Gideon Roman"/>
                <a:ea typeface="Gideon Roman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body" hasCustomPrompt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266;p31"/>
          <p:cNvGrpSpPr/>
          <p:nvPr/>
        </p:nvGrpSpPr>
        <p:grpSpPr>
          <a:xfrm>
            <a:off x="0" y="12960"/>
            <a:ext cx="9143640" cy="5143320"/>
            <a:chOff x="0" y="12960"/>
            <a:chExt cx="9143640" cy="5143320"/>
          </a:xfrm>
        </p:grpSpPr>
        <p:sp>
          <p:nvSpPr>
            <p:cNvPr id="133" name="Google Shape;267;p31"/>
            <p:cNvSpPr/>
            <p:nvPr/>
          </p:nvSpPr>
          <p:spPr>
            <a:xfrm>
              <a:off x="0" y="3599640"/>
              <a:ext cx="9143640" cy="15566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" name="Google Shape;268;p31"/>
            <p:cNvSpPr/>
            <p:nvPr/>
          </p:nvSpPr>
          <p:spPr>
            <a:xfrm>
              <a:off x="936360" y="12960"/>
              <a:ext cx="7270920" cy="514332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" name="Google Shape;269;p31"/>
            <p:cNvSpPr/>
            <p:nvPr/>
          </p:nvSpPr>
          <p:spPr>
            <a:xfrm>
              <a:off x="87840" y="136080"/>
              <a:ext cx="1439280" cy="232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" name="Google Shape;270;p31"/>
            <p:cNvSpPr/>
            <p:nvPr/>
          </p:nvSpPr>
          <p:spPr>
            <a:xfrm>
              <a:off x="87120" y="407880"/>
              <a:ext cx="710280" cy="762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t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0000" b="0" u="none" strike="noStrike">
                  <a:solidFill>
                    <a:schemeClr val="dk2"/>
                  </a:solidFill>
                  <a:effectLst/>
                  <a:uFillTx/>
                  <a:latin typeface="Gilda Display"/>
                  <a:ea typeface="Gilda Display"/>
                </a:rPr>
                <a:t>“</a:t>
              </a:r>
              <a:endParaRPr lang="en-US" sz="100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" name="Google Shape;271;p31"/>
            <p:cNvSpPr/>
            <p:nvPr/>
          </p:nvSpPr>
          <p:spPr>
            <a:xfrm>
              <a:off x="8345880" y="407880"/>
              <a:ext cx="710280" cy="762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t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0000" b="0" u="none" strike="noStrike">
                  <a:solidFill>
                    <a:schemeClr val="dk2"/>
                  </a:solidFill>
                  <a:effectLst/>
                  <a:uFillTx/>
                  <a:latin typeface="Gilda Display"/>
                  <a:ea typeface="Gilda Display"/>
                </a:rPr>
                <a:t>’’</a:t>
              </a:r>
              <a:endParaRPr lang="en-US" sz="100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42" name="PlaceHolder 1"/>
          <p:cNvSpPr>
            <a:spLocks noGrp="1"/>
          </p:cNvSpPr>
          <p:nvPr>
            <p:ph type="title" hasCustomPrompt="1"/>
          </p:nvPr>
        </p:nvSpPr>
        <p:spPr>
          <a:xfrm>
            <a:off x="2137320" y="562320"/>
            <a:ext cx="4869360" cy="1225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buNone/>
            </a:pPr>
            <a:r>
              <a:rPr lang="fr-FR" sz="7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7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9" name="Google Shape;274;p31"/>
          <p:cNvSpPr/>
          <p:nvPr/>
        </p:nvSpPr>
        <p:spPr>
          <a:xfrm>
            <a:off x="2137320" y="3611880"/>
            <a:ext cx="486936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t">
            <a:noAutofit/>
          </a:bodyPr>
          <a:p>
            <a:pPr algn="ctr"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-GB" sz="1200" b="1" i="1" u="none" strike="noStrike">
                <a:solidFill>
                  <a:schemeClr val="lt1"/>
                </a:solidFill>
                <a:effectLst/>
                <a:uFillTx/>
                <a:latin typeface="Gideon Roman"/>
                <a:ea typeface="Gideon Roman"/>
              </a:rPr>
              <a:t>CREDITS:</a:t>
            </a:r>
            <a:r>
              <a:rPr lang="en-GB" sz="1200" b="0" i="1" u="none" strike="noStrike">
                <a:solidFill>
                  <a:schemeClr val="lt1"/>
                </a:solidFill>
                <a:effectLst/>
                <a:uFillTx/>
                <a:latin typeface="Gideon Roman"/>
                <a:ea typeface="Gideon Roman"/>
              </a:rPr>
              <a:t> This presentation template was created by </a:t>
            </a:r>
            <a:r>
              <a:rPr lang="en-GB" sz="1200" b="1" i="1" u="sng" strike="noStrike">
                <a:solidFill>
                  <a:schemeClr val="lt1"/>
                </a:solidFill>
                <a:effectLst/>
                <a:uFillTx/>
                <a:latin typeface="Gideon Roman"/>
                <a:ea typeface="Gideon Roman"/>
                <a:hlinkClick r:id="rId2"/>
              </a:rPr>
              <a:t>Slidesgo</a:t>
            </a:r>
            <a:r>
              <a:rPr lang="en-GB" sz="1200" b="0" i="1" u="none" strike="noStrike">
                <a:solidFill>
                  <a:schemeClr val="lt1"/>
                </a:solidFill>
                <a:effectLst/>
                <a:uFillTx/>
                <a:latin typeface="Gideon Roman"/>
                <a:ea typeface="Gideon Roman"/>
              </a:rPr>
              <a:t>, and includes icons by </a:t>
            </a:r>
            <a:r>
              <a:rPr lang="en-GB" sz="1200" b="1" i="1" u="sng" strike="noStrike">
                <a:solidFill>
                  <a:schemeClr val="lt1"/>
                </a:solidFill>
                <a:effectLst/>
                <a:uFillTx/>
                <a:latin typeface="Gideon Roman"/>
                <a:ea typeface="Gideon Roman"/>
                <a:hlinkClick r:id="rId3"/>
              </a:rPr>
              <a:t>Flaticon</a:t>
            </a:r>
            <a:r>
              <a:rPr lang="en-GB" sz="1200" b="0" i="1" u="none" strike="noStrike">
                <a:solidFill>
                  <a:schemeClr val="lt1"/>
                </a:solidFill>
                <a:effectLst/>
                <a:uFillTx/>
                <a:latin typeface="Gideon Roman"/>
                <a:ea typeface="Gideon Roman"/>
              </a:rPr>
              <a:t>, and infographics &amp; images by </a:t>
            </a:r>
            <a:r>
              <a:rPr lang="en-GB" sz="1200" b="1" i="1" u="sng" strike="noStrike">
                <a:solidFill>
                  <a:schemeClr val="lt1"/>
                </a:solidFill>
                <a:effectLst/>
                <a:uFillTx/>
                <a:latin typeface="Gideon Roman"/>
                <a:ea typeface="Gideon Roman"/>
                <a:hlinkClick r:id="rId4"/>
              </a:rPr>
              <a:t>Freepik</a:t>
            </a:r>
            <a:r>
              <a:rPr lang="en-GB" sz="1200" b="0" i="1" u="sng" strike="noStrike">
                <a:solidFill>
                  <a:schemeClr val="lt1"/>
                </a:solidFill>
                <a:effectLst/>
                <a:uFillTx/>
                <a:latin typeface="Gideon Roman"/>
                <a:ea typeface="Gideon Roman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body" hasCustomPrompt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276;p32"/>
          <p:cNvGrpSpPr/>
          <p:nvPr/>
        </p:nvGrpSpPr>
        <p:grpSpPr>
          <a:xfrm>
            <a:off x="360" y="360"/>
            <a:ext cx="9143640" cy="4951800"/>
            <a:chOff x="360" y="360"/>
            <a:chExt cx="9143640" cy="4951800"/>
          </a:xfrm>
        </p:grpSpPr>
        <p:grpSp>
          <p:nvGrpSpPr>
            <p:cNvPr id="145" name="Google Shape;277;p32"/>
            <p:cNvGrpSpPr/>
            <p:nvPr/>
          </p:nvGrpSpPr>
          <p:grpSpPr>
            <a:xfrm>
              <a:off x="360" y="360"/>
              <a:ext cx="9143640" cy="4951800"/>
              <a:chOff x="360" y="360"/>
              <a:chExt cx="9143640" cy="4951800"/>
            </a:xfrm>
          </p:grpSpPr>
          <p:sp>
            <p:nvSpPr>
              <p:cNvPr id="146" name="Google Shape;278;p32"/>
              <p:cNvSpPr/>
              <p:nvPr/>
            </p:nvSpPr>
            <p:spPr>
              <a:xfrm rot="10800000">
                <a:off x="360" y="0"/>
                <a:ext cx="9143640" cy="1227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7" name="Google Shape;279;p32"/>
              <p:cNvSpPr/>
              <p:nvPr/>
            </p:nvSpPr>
            <p:spPr>
              <a:xfrm flipH="1">
                <a:off x="6489000" y="4719960"/>
                <a:ext cx="2337480" cy="2322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82080" bIns="8208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8" name="Google Shape;280;p32"/>
              <p:cNvSpPr/>
              <p:nvPr/>
            </p:nvSpPr>
            <p:spPr>
              <a:xfrm flipH="1">
                <a:off x="5571720" y="4719960"/>
                <a:ext cx="719280" cy="2322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82080" bIns="8208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49" name="Google Shape;281;p32"/>
            <p:cNvSpPr/>
            <p:nvPr/>
          </p:nvSpPr>
          <p:spPr>
            <a:xfrm>
              <a:off x="239760" y="103320"/>
              <a:ext cx="710280" cy="762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t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0000" b="0" u="none" strike="noStrike">
                  <a:solidFill>
                    <a:schemeClr val="dk2"/>
                  </a:solidFill>
                  <a:effectLst/>
                  <a:uFillTx/>
                  <a:latin typeface="Gilda Display"/>
                  <a:ea typeface="Gilda Display"/>
                </a:rPr>
                <a:t>“</a:t>
              </a:r>
              <a:endParaRPr lang="en-US" sz="100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oogle Shape;283;p33"/>
          <p:cNvGrpSpPr/>
          <p:nvPr/>
        </p:nvGrpSpPr>
        <p:grpSpPr>
          <a:xfrm>
            <a:off x="42120" y="7560"/>
            <a:ext cx="9099360" cy="5128560"/>
            <a:chOff x="42120" y="7560"/>
            <a:chExt cx="9099360" cy="5128560"/>
          </a:xfrm>
        </p:grpSpPr>
        <p:grpSp>
          <p:nvGrpSpPr>
            <p:cNvPr id="151" name="Google Shape;284;p33"/>
            <p:cNvGrpSpPr/>
            <p:nvPr/>
          </p:nvGrpSpPr>
          <p:grpSpPr>
            <a:xfrm>
              <a:off x="42120" y="7560"/>
              <a:ext cx="9099360" cy="5128560"/>
              <a:chOff x="42120" y="7560"/>
              <a:chExt cx="9099360" cy="5128560"/>
            </a:xfrm>
          </p:grpSpPr>
          <p:sp>
            <p:nvSpPr>
              <p:cNvPr id="152" name="Google Shape;285;p33"/>
              <p:cNvSpPr/>
              <p:nvPr/>
            </p:nvSpPr>
            <p:spPr>
              <a:xfrm flipH="1">
                <a:off x="41760" y="4818240"/>
                <a:ext cx="4696200" cy="2322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82080" bIns="8208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3" name="Google Shape;286;p33"/>
              <p:cNvSpPr/>
              <p:nvPr/>
            </p:nvSpPr>
            <p:spPr>
              <a:xfrm rot="10800000">
                <a:off x="8428680" y="7560"/>
                <a:ext cx="712800" cy="512856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54" name="Google Shape;287;p33"/>
            <p:cNvSpPr/>
            <p:nvPr/>
          </p:nvSpPr>
          <p:spPr>
            <a:xfrm>
              <a:off x="239760" y="3836880"/>
              <a:ext cx="710280" cy="762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t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0000" b="0" u="none" strike="noStrike">
                  <a:solidFill>
                    <a:schemeClr val="dk2"/>
                  </a:solidFill>
                  <a:effectLst/>
                  <a:uFillTx/>
                  <a:latin typeface="Gilda Display"/>
                  <a:ea typeface="Gilda Display"/>
                </a:rPr>
                <a:t>“</a:t>
              </a:r>
              <a:endParaRPr lang="en-US" sz="100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31;p5"/>
          <p:cNvSpPr/>
          <p:nvPr/>
        </p:nvSpPr>
        <p:spPr>
          <a:xfrm>
            <a:off x="0" y="3076200"/>
            <a:ext cx="9143640" cy="20797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6" name="Google Shape;32;p5"/>
          <p:cNvSpPr/>
          <p:nvPr/>
        </p:nvSpPr>
        <p:spPr>
          <a:xfrm flipH="1">
            <a:off x="241560" y="4749120"/>
            <a:ext cx="1439280" cy="2322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82080" bIns="82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7" name="Google Shape;33;p5"/>
          <p:cNvSpPr/>
          <p:nvPr/>
        </p:nvSpPr>
        <p:spPr>
          <a:xfrm>
            <a:off x="8283960" y="10800"/>
            <a:ext cx="710280" cy="762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GB" sz="10000" b="0" u="none" strike="noStrike">
                <a:solidFill>
                  <a:schemeClr val="accent1"/>
                </a:solidFill>
                <a:effectLst/>
                <a:uFillTx/>
                <a:latin typeface="Gilda Display"/>
                <a:ea typeface="Gilda Display"/>
              </a:rPr>
              <a:t>’’</a:t>
            </a:r>
            <a:endParaRPr lang="en-US" sz="10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8" name="PlaceHolder 1"/>
          <p:cNvSpPr>
            <a:spLocks noGrp="1"/>
          </p:cNvSpPr>
          <p:nvPr>
            <p:ph type="title" hasCustomPrompt="1"/>
          </p:nvPr>
        </p:nvSpPr>
        <p:spPr>
          <a:xfrm>
            <a:off x="713160" y="53604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42;p6"/>
          <p:cNvGrpSpPr/>
          <p:nvPr/>
        </p:nvGrpSpPr>
        <p:grpSpPr>
          <a:xfrm>
            <a:off x="0" y="2586960"/>
            <a:ext cx="9429840" cy="2569320"/>
            <a:chOff x="0" y="2586960"/>
            <a:chExt cx="9429840" cy="2569320"/>
          </a:xfrm>
        </p:grpSpPr>
        <p:sp>
          <p:nvSpPr>
            <p:cNvPr id="160" name="Google Shape;43;p6"/>
            <p:cNvSpPr/>
            <p:nvPr/>
          </p:nvSpPr>
          <p:spPr>
            <a:xfrm flipH="1">
              <a:off x="8583120" y="2586960"/>
              <a:ext cx="846720" cy="256932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" name="Google Shape;44;p6"/>
            <p:cNvSpPr/>
            <p:nvPr/>
          </p:nvSpPr>
          <p:spPr>
            <a:xfrm>
              <a:off x="0" y="4583520"/>
              <a:ext cx="9143640" cy="572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" name="Google Shape;45;p6"/>
            <p:cNvSpPr/>
            <p:nvPr/>
          </p:nvSpPr>
          <p:spPr>
            <a:xfrm flipH="1">
              <a:off x="37440" y="3663720"/>
              <a:ext cx="588960" cy="762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t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0000" b="0" u="none" strike="noStrike">
                  <a:solidFill>
                    <a:schemeClr val="dk2"/>
                  </a:solidFill>
                  <a:effectLst/>
                  <a:uFillTx/>
                  <a:latin typeface="Gilda Display"/>
                  <a:ea typeface="Gilda Display"/>
                </a:rPr>
                <a:t>“</a:t>
              </a:r>
              <a:endParaRPr lang="en-US" sz="100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" name="Google Shape;46;p6"/>
            <p:cNvSpPr/>
            <p:nvPr/>
          </p:nvSpPr>
          <p:spPr>
            <a:xfrm flipH="1">
              <a:off x="170640" y="4767480"/>
              <a:ext cx="1439280" cy="232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64" name="PlaceHolder 1"/>
          <p:cNvSpPr>
            <a:spLocks noGrp="1"/>
          </p:cNvSpPr>
          <p:nvPr>
            <p:ph type="title" hasCustomPrompt="1"/>
          </p:nvPr>
        </p:nvSpPr>
        <p:spPr>
          <a:xfrm>
            <a:off x="713160" y="53604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oogle Shape;49;p7"/>
          <p:cNvGrpSpPr/>
          <p:nvPr/>
        </p:nvGrpSpPr>
        <p:grpSpPr>
          <a:xfrm>
            <a:off x="-3240" y="0"/>
            <a:ext cx="9144720" cy="5142240"/>
            <a:chOff x="-3240" y="0"/>
            <a:chExt cx="9144720" cy="5142240"/>
          </a:xfrm>
        </p:grpSpPr>
        <p:sp>
          <p:nvSpPr>
            <p:cNvPr id="166" name="Google Shape;50;p7"/>
            <p:cNvSpPr/>
            <p:nvPr/>
          </p:nvSpPr>
          <p:spPr>
            <a:xfrm rot="10800000" flipH="1">
              <a:off x="-3600" y="0"/>
              <a:ext cx="4054680" cy="457632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" name="Google Shape;51;p7"/>
            <p:cNvSpPr/>
            <p:nvPr/>
          </p:nvSpPr>
          <p:spPr>
            <a:xfrm rot="10800000" flipH="1">
              <a:off x="-3240" y="4569840"/>
              <a:ext cx="9144720" cy="57240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" name="Google Shape;52;p7"/>
            <p:cNvSpPr/>
            <p:nvPr/>
          </p:nvSpPr>
          <p:spPr>
            <a:xfrm>
              <a:off x="8430840" y="5760"/>
              <a:ext cx="710280" cy="762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t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0000" b="0" u="none" strike="noStrike">
                  <a:solidFill>
                    <a:schemeClr val="accent1"/>
                  </a:solidFill>
                  <a:effectLst/>
                  <a:uFillTx/>
                  <a:latin typeface="Gilda Display"/>
                  <a:ea typeface="Gilda Display"/>
                </a:rPr>
                <a:t>’’</a:t>
              </a:r>
              <a:endParaRPr lang="en-US" sz="100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69" name="PlaceHolder 1"/>
          <p:cNvSpPr>
            <a:spLocks noGrp="1"/>
          </p:cNvSpPr>
          <p:nvPr>
            <p:ph type="title" hasCustomPrompt="1"/>
          </p:nvPr>
        </p:nvSpPr>
        <p:spPr>
          <a:xfrm>
            <a:off x="4136040" y="536040"/>
            <a:ext cx="4294440" cy="1095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body" hasCustomPrompt="1"/>
          </p:nvPr>
        </p:nvSpPr>
        <p:spPr>
          <a:xfrm>
            <a:off x="690480" y="1036080"/>
            <a:ext cx="2666880" cy="353304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0000" tIns="45000" rIns="90000" bIns="45000" anchor="t">
            <a:normAutofit fontScale="40000" lnSpcReduction="19999"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57;p8"/>
          <p:cNvSpPr/>
          <p:nvPr/>
        </p:nvSpPr>
        <p:spPr>
          <a:xfrm rot="10800000" flipH="1">
            <a:off x="-360" y="2469600"/>
            <a:ext cx="9143640" cy="26737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2" name="Google Shape;58;p8"/>
          <p:cNvSpPr/>
          <p:nvPr/>
        </p:nvSpPr>
        <p:spPr>
          <a:xfrm flipH="1">
            <a:off x="54000" y="144000"/>
            <a:ext cx="1439280" cy="2322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82080" bIns="82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3" name="Google Shape;59;p8"/>
          <p:cNvSpPr/>
          <p:nvPr/>
        </p:nvSpPr>
        <p:spPr>
          <a:xfrm flipH="1">
            <a:off x="1706400" y="144000"/>
            <a:ext cx="489600" cy="2322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82080" bIns="82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4" name="PlaceHolder 1"/>
          <p:cNvSpPr>
            <a:spLocks noGrp="1"/>
          </p:cNvSpPr>
          <p:nvPr>
            <p:ph type="title" hasCustomPrompt="1"/>
          </p:nvPr>
        </p:nvSpPr>
        <p:spPr>
          <a:xfrm>
            <a:off x="1969200" y="2265480"/>
            <a:ext cx="5204880" cy="19033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62;p9"/>
          <p:cNvGrpSpPr/>
          <p:nvPr/>
        </p:nvGrpSpPr>
        <p:grpSpPr>
          <a:xfrm>
            <a:off x="-2306520" y="168480"/>
            <a:ext cx="11450160" cy="7197480"/>
            <a:chOff x="-2306520" y="168480"/>
            <a:chExt cx="11450160" cy="7197480"/>
          </a:xfrm>
        </p:grpSpPr>
        <p:sp>
          <p:nvSpPr>
            <p:cNvPr id="176" name="Google Shape;63;p9"/>
            <p:cNvSpPr/>
            <p:nvPr/>
          </p:nvSpPr>
          <p:spPr>
            <a:xfrm rot="10800000" flipH="1">
              <a:off x="-360" y="3434040"/>
              <a:ext cx="9143640" cy="17096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" name="Google Shape;64;p9"/>
            <p:cNvSpPr/>
            <p:nvPr/>
          </p:nvSpPr>
          <p:spPr>
            <a:xfrm>
              <a:off x="-2306520" y="2769840"/>
              <a:ext cx="4441680" cy="459612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" name="Google Shape;65;p9"/>
            <p:cNvSpPr/>
            <p:nvPr/>
          </p:nvSpPr>
          <p:spPr>
            <a:xfrm>
              <a:off x="7480800" y="168480"/>
              <a:ext cx="1439280" cy="232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" name="Google Shape;66;p9"/>
            <p:cNvSpPr/>
            <p:nvPr/>
          </p:nvSpPr>
          <p:spPr>
            <a:xfrm>
              <a:off x="8002800" y="496800"/>
              <a:ext cx="917640" cy="232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80" name="PlaceHolder 1"/>
          <p:cNvSpPr>
            <a:spLocks noGrp="1"/>
          </p:cNvSpPr>
          <p:nvPr>
            <p:ph type="title" hasCustomPrompt="1"/>
          </p:nvPr>
        </p:nvSpPr>
        <p:spPr>
          <a:xfrm>
            <a:off x="2135520" y="1802520"/>
            <a:ext cx="4872600" cy="1529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buNone/>
            </a:pPr>
            <a:r>
              <a:rPr lang="fr-FR" sz="96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96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body" hasCustomPrompt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body" hasCustomPrompt="1"/>
          </p:nvPr>
        </p:nvSpPr>
        <p:spPr>
          <a:xfrm>
            <a:off x="-6480" y="-6480"/>
            <a:ext cx="91501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 type="title" hasCustomPrompt="1"/>
          </p:nvPr>
        </p:nvSpPr>
        <p:spPr>
          <a:xfrm>
            <a:off x="720000" y="3724920"/>
            <a:ext cx="3618000" cy="8618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 hasCustomPrompt="1"/>
          </p:nvPr>
        </p:nvSpPr>
        <p:spPr>
          <a:xfrm>
            <a:off x="723600" y="511200"/>
            <a:ext cx="769680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73;p11"/>
          <p:cNvSpPr/>
          <p:nvPr/>
        </p:nvSpPr>
        <p:spPr>
          <a:xfrm>
            <a:off x="1227600" y="101160"/>
            <a:ext cx="6688080" cy="91638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1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" name="Google Shape;74;p11"/>
          <p:cNvSpPr/>
          <p:nvPr/>
        </p:nvSpPr>
        <p:spPr>
          <a:xfrm>
            <a:off x="0" y="3923640"/>
            <a:ext cx="9143640" cy="1232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" name="Google Shape;75;p11"/>
          <p:cNvSpPr/>
          <p:nvPr/>
        </p:nvSpPr>
        <p:spPr>
          <a:xfrm flipH="1">
            <a:off x="7597440" y="4788720"/>
            <a:ext cx="1439280" cy="2322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82080" bIns="82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" name="Google Shape;76;p11"/>
          <p:cNvSpPr/>
          <p:nvPr/>
        </p:nvSpPr>
        <p:spPr>
          <a:xfrm flipH="1">
            <a:off x="257400" y="4160880"/>
            <a:ext cx="2272320" cy="2322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82080" bIns="82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" name="Google Shape;77;p11"/>
          <p:cNvSpPr/>
          <p:nvPr/>
        </p:nvSpPr>
        <p:spPr>
          <a:xfrm flipH="1">
            <a:off x="418680" y="539640"/>
            <a:ext cx="588960" cy="762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GB" sz="10000" b="0" u="none" strike="noStrike">
                <a:solidFill>
                  <a:schemeClr val="accent1"/>
                </a:solidFill>
                <a:effectLst/>
                <a:uFillTx/>
                <a:latin typeface="Gilda Display"/>
                <a:ea typeface="Gilda Display"/>
              </a:rPr>
              <a:t>“</a:t>
            </a:r>
            <a:endParaRPr lang="en-US" sz="10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" name="PlaceHolder 1"/>
          <p:cNvSpPr>
            <a:spLocks noGrp="1"/>
          </p:cNvSpPr>
          <p:nvPr>
            <p:ph type="title" hasCustomPrompt="1"/>
          </p:nvPr>
        </p:nvSpPr>
        <p:spPr>
          <a:xfrm>
            <a:off x="1284120" y="1568160"/>
            <a:ext cx="6575760" cy="1482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7500" b="1" u="none" strike="noStrike">
                <a:solidFill>
                  <a:schemeClr val="lt1"/>
                </a:solidFill>
                <a:effectLst/>
                <a:uFillTx/>
                <a:latin typeface="Gilda Display"/>
                <a:ea typeface="Gilda Display"/>
              </a:rPr>
              <a:t>xx%</a:t>
            </a:r>
            <a:endParaRPr lang="fr-FR" sz="7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oogle Shape;82;p13"/>
          <p:cNvGrpSpPr/>
          <p:nvPr/>
        </p:nvGrpSpPr>
        <p:grpSpPr>
          <a:xfrm>
            <a:off x="0" y="12600"/>
            <a:ext cx="8926560" cy="5143320"/>
            <a:chOff x="0" y="12600"/>
            <a:chExt cx="8926560" cy="5143320"/>
          </a:xfrm>
        </p:grpSpPr>
        <p:sp>
          <p:nvSpPr>
            <p:cNvPr id="15" name="Google Shape;83;p13"/>
            <p:cNvSpPr/>
            <p:nvPr/>
          </p:nvSpPr>
          <p:spPr>
            <a:xfrm>
              <a:off x="0" y="12600"/>
              <a:ext cx="3659400" cy="514332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" name="Google Shape;84;p13"/>
            <p:cNvSpPr/>
            <p:nvPr/>
          </p:nvSpPr>
          <p:spPr>
            <a:xfrm>
              <a:off x="7487280" y="169920"/>
              <a:ext cx="1439280" cy="232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" name="Google Shape;85;p13"/>
            <p:cNvSpPr/>
            <p:nvPr/>
          </p:nvSpPr>
          <p:spPr>
            <a:xfrm>
              <a:off x="361080" y="3993480"/>
              <a:ext cx="588960" cy="762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t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0000" b="0" u="none" strike="noStrike">
                  <a:solidFill>
                    <a:schemeClr val="dk2"/>
                  </a:solidFill>
                  <a:effectLst/>
                  <a:uFillTx/>
                  <a:latin typeface="Gilda Display"/>
                  <a:ea typeface="Gilda Display"/>
                </a:rPr>
                <a:t>“</a:t>
              </a:r>
              <a:endParaRPr lang="en-US" sz="100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8" name="PlaceHolder 1"/>
          <p:cNvSpPr>
            <a:spLocks noGrp="1"/>
          </p:cNvSpPr>
          <p:nvPr>
            <p:ph type="title" hasCustomPrompt="1"/>
          </p:nvPr>
        </p:nvSpPr>
        <p:spPr>
          <a:xfrm>
            <a:off x="2500920" y="1337040"/>
            <a:ext cx="734400" cy="4471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80000"/>
              </a:lnSpc>
              <a:buNone/>
            </a:pPr>
            <a:r>
              <a:rPr lang="fr-FR" sz="3000" b="1" u="none" strike="noStrike">
                <a:solidFill>
                  <a:schemeClr val="lt1"/>
                </a:solidFill>
                <a:effectLst/>
                <a:uFillTx/>
                <a:latin typeface="Gilda Display"/>
                <a:ea typeface="Gilda Display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title" hasCustomPrompt="1"/>
          </p:nvPr>
        </p:nvSpPr>
        <p:spPr>
          <a:xfrm>
            <a:off x="2500920" y="3871080"/>
            <a:ext cx="734400" cy="4471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80000"/>
              </a:lnSpc>
              <a:buNone/>
            </a:pPr>
            <a:r>
              <a:rPr lang="fr-FR" sz="3000" b="1" u="none" strike="noStrike">
                <a:solidFill>
                  <a:schemeClr val="lt1"/>
                </a:solidFill>
                <a:effectLst/>
                <a:uFillTx/>
                <a:latin typeface="Gilda Display"/>
                <a:ea typeface="Gilda Display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title" hasCustomPrompt="1"/>
          </p:nvPr>
        </p:nvSpPr>
        <p:spPr>
          <a:xfrm>
            <a:off x="2500920" y="2172600"/>
            <a:ext cx="734400" cy="4471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80000"/>
              </a:lnSpc>
              <a:buNone/>
            </a:pPr>
            <a:r>
              <a:rPr lang="fr-FR" sz="3000" b="1" u="none" strike="noStrike">
                <a:solidFill>
                  <a:schemeClr val="lt1"/>
                </a:solidFill>
                <a:effectLst/>
                <a:uFillTx/>
                <a:latin typeface="Gilda Display"/>
                <a:ea typeface="Gilda Display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title" hasCustomPrompt="1"/>
          </p:nvPr>
        </p:nvSpPr>
        <p:spPr>
          <a:xfrm>
            <a:off x="2500920" y="3021840"/>
            <a:ext cx="734400" cy="4471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80000"/>
              </a:lnSpc>
              <a:buNone/>
            </a:pPr>
            <a:r>
              <a:rPr lang="fr-FR" sz="3000" b="1" u="none" strike="noStrike">
                <a:solidFill>
                  <a:schemeClr val="lt1"/>
                </a:solidFill>
                <a:effectLst/>
                <a:uFillTx/>
                <a:latin typeface="Gilda Display"/>
                <a:ea typeface="Gilda Display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title" hasCustomPrompt="1"/>
          </p:nvPr>
        </p:nvSpPr>
        <p:spPr>
          <a:xfrm>
            <a:off x="713160" y="53604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100;p14"/>
          <p:cNvGrpSpPr/>
          <p:nvPr/>
        </p:nvGrpSpPr>
        <p:grpSpPr>
          <a:xfrm>
            <a:off x="-1335960" y="720"/>
            <a:ext cx="10479960" cy="6595200"/>
            <a:chOff x="-1335960" y="720"/>
            <a:chExt cx="10479960" cy="6595200"/>
          </a:xfrm>
        </p:grpSpPr>
        <p:sp>
          <p:nvSpPr>
            <p:cNvPr id="24" name="Google Shape;101;p14"/>
            <p:cNvSpPr/>
            <p:nvPr/>
          </p:nvSpPr>
          <p:spPr>
            <a:xfrm flipH="1">
              <a:off x="66240" y="108360"/>
              <a:ext cx="1285200" cy="232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" name="Google Shape;102;p14"/>
            <p:cNvSpPr/>
            <p:nvPr/>
          </p:nvSpPr>
          <p:spPr>
            <a:xfrm rot="10800000">
              <a:off x="8465040" y="720"/>
              <a:ext cx="678960" cy="5142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" name="Google Shape;103;p14"/>
            <p:cNvSpPr/>
            <p:nvPr/>
          </p:nvSpPr>
          <p:spPr>
            <a:xfrm>
              <a:off x="-1335960" y="4156200"/>
              <a:ext cx="2358360" cy="243972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" name="Google Shape;104;p14"/>
            <p:cNvSpPr/>
            <p:nvPr/>
          </p:nvSpPr>
          <p:spPr>
            <a:xfrm flipH="1">
              <a:off x="13680" y="387000"/>
              <a:ext cx="588960" cy="762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t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0000" b="0" u="none" strike="noStrike">
                  <a:solidFill>
                    <a:schemeClr val="dk2"/>
                  </a:solidFill>
                  <a:effectLst/>
                  <a:uFillTx/>
                  <a:latin typeface="Gilda Display"/>
                  <a:ea typeface="Gilda Display"/>
                </a:rPr>
                <a:t>“</a:t>
              </a:r>
              <a:endParaRPr lang="en-US" sz="100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8" name="PlaceHolder 1"/>
          <p:cNvSpPr>
            <a:spLocks noGrp="1"/>
          </p:cNvSpPr>
          <p:nvPr>
            <p:ph type="title" hasCustomPrompt="1"/>
          </p:nvPr>
        </p:nvSpPr>
        <p:spPr>
          <a:xfrm>
            <a:off x="713160" y="53604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107;p15"/>
          <p:cNvGrpSpPr/>
          <p:nvPr/>
        </p:nvGrpSpPr>
        <p:grpSpPr>
          <a:xfrm>
            <a:off x="-360" y="0"/>
            <a:ext cx="9144000" cy="5142960"/>
            <a:chOff x="-360" y="0"/>
            <a:chExt cx="9144000" cy="5142960"/>
          </a:xfrm>
        </p:grpSpPr>
        <p:sp>
          <p:nvSpPr>
            <p:cNvPr id="30" name="Google Shape;108;p15"/>
            <p:cNvSpPr/>
            <p:nvPr/>
          </p:nvSpPr>
          <p:spPr>
            <a:xfrm flipH="1">
              <a:off x="-720" y="0"/>
              <a:ext cx="9143640" cy="124308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" name="Google Shape;109;p15"/>
            <p:cNvSpPr/>
            <p:nvPr/>
          </p:nvSpPr>
          <p:spPr>
            <a:xfrm flipH="1">
              <a:off x="7202520" y="4604040"/>
              <a:ext cx="1941120" cy="53892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" name="Google Shape;110;p15"/>
            <p:cNvSpPr/>
            <p:nvPr/>
          </p:nvSpPr>
          <p:spPr>
            <a:xfrm flipH="1">
              <a:off x="5462280" y="4779360"/>
              <a:ext cx="1439280" cy="232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" name="Google Shape;111;p15"/>
            <p:cNvSpPr/>
            <p:nvPr/>
          </p:nvSpPr>
          <p:spPr>
            <a:xfrm>
              <a:off x="8283960" y="10800"/>
              <a:ext cx="710280" cy="762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t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0000" b="0" u="none" strike="noStrike">
                  <a:solidFill>
                    <a:schemeClr val="accent1"/>
                  </a:solidFill>
                  <a:effectLst/>
                  <a:uFillTx/>
                  <a:latin typeface="Gilda Display"/>
                  <a:ea typeface="Gilda Display"/>
                </a:rPr>
                <a:t>’’</a:t>
              </a:r>
              <a:endParaRPr lang="en-US" sz="100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4" name="PlaceHolder 1"/>
          <p:cNvSpPr>
            <a:spLocks noGrp="1"/>
          </p:cNvSpPr>
          <p:nvPr>
            <p:ph type="title" hasCustomPrompt="1"/>
          </p:nvPr>
        </p:nvSpPr>
        <p:spPr>
          <a:xfrm>
            <a:off x="713160" y="53604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oogle Shape;114;p16"/>
          <p:cNvGrpSpPr/>
          <p:nvPr/>
        </p:nvGrpSpPr>
        <p:grpSpPr>
          <a:xfrm>
            <a:off x="-1348560" y="-1520640"/>
            <a:ext cx="10463040" cy="6663960"/>
            <a:chOff x="-1348560" y="-1520640"/>
            <a:chExt cx="10463040" cy="6663960"/>
          </a:xfrm>
        </p:grpSpPr>
        <p:sp>
          <p:nvSpPr>
            <p:cNvPr id="36" name="Google Shape;115;p16"/>
            <p:cNvSpPr/>
            <p:nvPr/>
          </p:nvSpPr>
          <p:spPr>
            <a:xfrm rot="10800000">
              <a:off x="360" y="720"/>
              <a:ext cx="678960" cy="5142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" name="Google Shape;116;p16"/>
            <p:cNvSpPr/>
            <p:nvPr/>
          </p:nvSpPr>
          <p:spPr>
            <a:xfrm>
              <a:off x="-1348560" y="-1520640"/>
              <a:ext cx="2358360" cy="243972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" name="Google Shape;117;p16"/>
            <p:cNvSpPr/>
            <p:nvPr/>
          </p:nvSpPr>
          <p:spPr>
            <a:xfrm flipH="1">
              <a:off x="6318720" y="4806000"/>
              <a:ext cx="2754720" cy="232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" name="Google Shape;118;p16"/>
            <p:cNvSpPr/>
            <p:nvPr/>
          </p:nvSpPr>
          <p:spPr>
            <a:xfrm>
              <a:off x="8404200" y="3822840"/>
              <a:ext cx="710280" cy="762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t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0000" b="0" u="none" strike="noStrike">
                  <a:solidFill>
                    <a:schemeClr val="dk2"/>
                  </a:solidFill>
                  <a:effectLst/>
                  <a:uFillTx/>
                  <a:latin typeface="Gilda Display"/>
                  <a:ea typeface="Gilda Display"/>
                </a:rPr>
                <a:t>’’</a:t>
              </a:r>
              <a:endParaRPr lang="en-US" sz="100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" name="Google Shape;119;p16"/>
            <p:cNvSpPr/>
            <p:nvPr/>
          </p:nvSpPr>
          <p:spPr>
            <a:xfrm flipH="1">
              <a:off x="5047560" y="4806000"/>
              <a:ext cx="1129320" cy="232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1" name="PlaceHolder 1"/>
          <p:cNvSpPr>
            <a:spLocks noGrp="1"/>
          </p:cNvSpPr>
          <p:nvPr>
            <p:ph type="title" hasCustomPrompt="1"/>
          </p:nvPr>
        </p:nvSpPr>
        <p:spPr>
          <a:xfrm>
            <a:off x="713160" y="53604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122;p17"/>
          <p:cNvSpPr/>
          <p:nvPr/>
        </p:nvSpPr>
        <p:spPr>
          <a:xfrm flipH="1">
            <a:off x="7597440" y="4767480"/>
            <a:ext cx="1439280" cy="2322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82080" bIns="82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3" name="Google Shape;123;p17"/>
          <p:cNvSpPr/>
          <p:nvPr/>
        </p:nvSpPr>
        <p:spPr>
          <a:xfrm>
            <a:off x="0" y="1440"/>
            <a:ext cx="3987720" cy="5140440"/>
          </a:xfrm>
          <a:prstGeom prst="round1Rect">
            <a:avLst>
              <a:gd name="adj" fmla="val 50000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4" name="Google Shape;124;p17"/>
          <p:cNvSpPr/>
          <p:nvPr/>
        </p:nvSpPr>
        <p:spPr>
          <a:xfrm flipH="1">
            <a:off x="6764760" y="166680"/>
            <a:ext cx="2272320" cy="2322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82080" bIns="82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5" name="PlaceHolder 1"/>
          <p:cNvSpPr>
            <a:spLocks noGrp="1"/>
          </p:cNvSpPr>
          <p:nvPr>
            <p:ph type="title" hasCustomPrompt="1"/>
          </p:nvPr>
        </p:nvSpPr>
        <p:spPr>
          <a:xfrm>
            <a:off x="3970440" y="2221200"/>
            <a:ext cx="4455000" cy="1460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title" hasCustomPrompt="1"/>
          </p:nvPr>
        </p:nvSpPr>
        <p:spPr>
          <a:xfrm>
            <a:off x="1474200" y="2530440"/>
            <a:ext cx="1040040" cy="8413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80000"/>
              </a:lnSpc>
              <a:buNone/>
            </a:pPr>
            <a:r>
              <a:rPr lang="fr-FR" sz="6000" b="1" u="none" strike="noStrike">
                <a:solidFill>
                  <a:schemeClr val="lt1"/>
                </a:solidFill>
                <a:effectLst/>
                <a:uFillTx/>
                <a:latin typeface="Gilda Display"/>
                <a:ea typeface="Gilda Display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129;p18"/>
          <p:cNvGrpSpPr/>
          <p:nvPr/>
        </p:nvGrpSpPr>
        <p:grpSpPr>
          <a:xfrm>
            <a:off x="7200" y="136080"/>
            <a:ext cx="10339560" cy="6783840"/>
            <a:chOff x="7200" y="136080"/>
            <a:chExt cx="10339560" cy="6783840"/>
          </a:xfrm>
        </p:grpSpPr>
        <p:sp>
          <p:nvSpPr>
            <p:cNvPr id="48" name="Google Shape;130;p18"/>
            <p:cNvSpPr/>
            <p:nvPr/>
          </p:nvSpPr>
          <p:spPr>
            <a:xfrm>
              <a:off x="87840" y="136080"/>
              <a:ext cx="1439280" cy="232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" name="Google Shape;131;p18"/>
            <p:cNvSpPr/>
            <p:nvPr/>
          </p:nvSpPr>
          <p:spPr>
            <a:xfrm flipH="1">
              <a:off x="6840" y="3736440"/>
              <a:ext cx="9143640" cy="140508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" name="Google Shape;132;p18"/>
            <p:cNvSpPr/>
            <p:nvPr/>
          </p:nvSpPr>
          <p:spPr>
            <a:xfrm flipH="1">
              <a:off x="5891400" y="869400"/>
              <a:ext cx="4455000" cy="605052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" name="Google Shape;133;p18"/>
            <p:cNvSpPr/>
            <p:nvPr/>
          </p:nvSpPr>
          <p:spPr>
            <a:xfrm>
              <a:off x="87840" y="539640"/>
              <a:ext cx="917640" cy="232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2" name="PlaceHolder 1"/>
          <p:cNvSpPr>
            <a:spLocks noGrp="1"/>
          </p:cNvSpPr>
          <p:nvPr>
            <p:ph type="title" hasCustomPrompt="1"/>
          </p:nvPr>
        </p:nvSpPr>
        <p:spPr>
          <a:xfrm>
            <a:off x="740160" y="2221200"/>
            <a:ext cx="4455000" cy="1460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title" hasCustomPrompt="1"/>
          </p:nvPr>
        </p:nvSpPr>
        <p:spPr>
          <a:xfrm>
            <a:off x="7038000" y="2530440"/>
            <a:ext cx="1040040" cy="8413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80000"/>
              </a:lnSpc>
              <a:buNone/>
            </a:pPr>
            <a:r>
              <a:rPr lang="fr-FR" sz="6000" b="1" u="none" strike="noStrike">
                <a:solidFill>
                  <a:schemeClr val="lt1"/>
                </a:solidFill>
                <a:effectLst/>
                <a:uFillTx/>
                <a:latin typeface="Gilda Display"/>
                <a:ea typeface="Gilda Display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138;p19"/>
          <p:cNvSpPr/>
          <p:nvPr/>
        </p:nvSpPr>
        <p:spPr>
          <a:xfrm flipH="1">
            <a:off x="54000" y="144000"/>
            <a:ext cx="1439280" cy="2322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82080" bIns="82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5" name="Google Shape;139;p19"/>
          <p:cNvSpPr/>
          <p:nvPr/>
        </p:nvSpPr>
        <p:spPr>
          <a:xfrm rot="10800000" flipH="1">
            <a:off x="-360" y="1086480"/>
            <a:ext cx="9143640" cy="40572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6" name="Google Shape;140;p19"/>
          <p:cNvSpPr/>
          <p:nvPr/>
        </p:nvSpPr>
        <p:spPr>
          <a:xfrm>
            <a:off x="8278200" y="5760"/>
            <a:ext cx="710280" cy="762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GB" sz="10000" b="0" u="none" strike="noStrike">
                <a:solidFill>
                  <a:schemeClr val="dk2"/>
                </a:solidFill>
                <a:effectLst/>
                <a:uFillTx/>
                <a:latin typeface="Gilda Display"/>
                <a:ea typeface="Gilda Display"/>
              </a:rPr>
              <a:t>’’</a:t>
            </a:r>
            <a:endParaRPr lang="en-US" sz="10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7" name="PlaceHolder 1"/>
          <p:cNvSpPr>
            <a:spLocks noGrp="1"/>
          </p:cNvSpPr>
          <p:nvPr>
            <p:ph type="title" hasCustomPrompt="1"/>
          </p:nvPr>
        </p:nvSpPr>
        <p:spPr>
          <a:xfrm>
            <a:off x="2298240" y="3182760"/>
            <a:ext cx="5739120" cy="531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144;p20"/>
          <p:cNvGrpSpPr/>
          <p:nvPr/>
        </p:nvGrpSpPr>
        <p:grpSpPr>
          <a:xfrm>
            <a:off x="-3240" y="298440"/>
            <a:ext cx="9144720" cy="4843800"/>
            <a:chOff x="-3240" y="298440"/>
            <a:chExt cx="9144720" cy="4843800"/>
          </a:xfrm>
        </p:grpSpPr>
        <p:sp>
          <p:nvSpPr>
            <p:cNvPr id="59" name="Google Shape;145;p20"/>
            <p:cNvSpPr/>
            <p:nvPr/>
          </p:nvSpPr>
          <p:spPr>
            <a:xfrm flipH="1">
              <a:off x="4295880" y="298440"/>
              <a:ext cx="4845600" cy="428472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" name="Google Shape;146;p20"/>
            <p:cNvSpPr/>
            <p:nvPr/>
          </p:nvSpPr>
          <p:spPr>
            <a:xfrm rot="10800000" flipH="1">
              <a:off x="-3240" y="4569840"/>
              <a:ext cx="9144720" cy="57240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" name="Google Shape;147;p20"/>
            <p:cNvSpPr/>
            <p:nvPr/>
          </p:nvSpPr>
          <p:spPr>
            <a:xfrm flipH="1">
              <a:off x="712440" y="4749120"/>
              <a:ext cx="1267560" cy="232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" name="Google Shape;148;p20"/>
            <p:cNvSpPr/>
            <p:nvPr/>
          </p:nvSpPr>
          <p:spPr>
            <a:xfrm>
              <a:off x="8278200" y="310680"/>
              <a:ext cx="710280" cy="762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t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0000" b="0" u="none" strike="noStrike">
                  <a:solidFill>
                    <a:schemeClr val="dk2"/>
                  </a:solidFill>
                  <a:effectLst/>
                  <a:uFillTx/>
                  <a:latin typeface="Gilda Display"/>
                  <a:ea typeface="Gilda Display"/>
                </a:rPr>
                <a:t>’’</a:t>
              </a:r>
              <a:endParaRPr lang="en-US" sz="100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3" name="PlaceHolder 1"/>
          <p:cNvSpPr>
            <a:spLocks noGrp="1"/>
          </p:cNvSpPr>
          <p:nvPr>
            <p:ph type="title" hasCustomPrompt="1"/>
          </p:nvPr>
        </p:nvSpPr>
        <p:spPr>
          <a:xfrm>
            <a:off x="720000" y="824040"/>
            <a:ext cx="3292200" cy="2378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 hasCustomPrompt="1"/>
          </p:nvPr>
        </p:nvSpPr>
        <p:spPr>
          <a:xfrm>
            <a:off x="4785480" y="738360"/>
            <a:ext cx="3866040" cy="3830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16;p3"/>
          <p:cNvGrpSpPr/>
          <p:nvPr/>
        </p:nvGrpSpPr>
        <p:grpSpPr>
          <a:xfrm>
            <a:off x="7200" y="136080"/>
            <a:ext cx="9143640" cy="5005800"/>
            <a:chOff x="7200" y="136080"/>
            <a:chExt cx="9143640" cy="5005800"/>
          </a:xfrm>
        </p:grpSpPr>
        <p:sp>
          <p:nvSpPr>
            <p:cNvPr id="66" name="Google Shape;17;p3"/>
            <p:cNvSpPr/>
            <p:nvPr/>
          </p:nvSpPr>
          <p:spPr>
            <a:xfrm>
              <a:off x="147960" y="136080"/>
              <a:ext cx="1439280" cy="232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" name="Google Shape;18;p3"/>
            <p:cNvSpPr/>
            <p:nvPr/>
          </p:nvSpPr>
          <p:spPr>
            <a:xfrm>
              <a:off x="1712520" y="136080"/>
              <a:ext cx="917640" cy="232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" name="Google Shape;19;p3"/>
            <p:cNvSpPr/>
            <p:nvPr/>
          </p:nvSpPr>
          <p:spPr>
            <a:xfrm flipH="1">
              <a:off x="6840" y="4534560"/>
              <a:ext cx="9143640" cy="60732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" name="Google Shape;20;p3"/>
            <p:cNvSpPr/>
            <p:nvPr/>
          </p:nvSpPr>
          <p:spPr>
            <a:xfrm>
              <a:off x="5892120" y="1043280"/>
              <a:ext cx="2530080" cy="3490920"/>
            </a:xfrm>
            <a:prstGeom prst="round2SameRect">
              <a:avLst>
                <a:gd name="adj1" fmla="val 49818"/>
                <a:gd name="adj2" fmla="val 0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70" name="PlaceHolder 1"/>
          <p:cNvSpPr>
            <a:spLocks noGrp="1"/>
          </p:cNvSpPr>
          <p:nvPr>
            <p:ph type="title" hasCustomPrompt="1"/>
          </p:nvPr>
        </p:nvSpPr>
        <p:spPr>
          <a:xfrm>
            <a:off x="720360" y="2221200"/>
            <a:ext cx="4455000" cy="1460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title" hasCustomPrompt="1"/>
          </p:nvPr>
        </p:nvSpPr>
        <p:spPr>
          <a:xfrm>
            <a:off x="6637320" y="2530440"/>
            <a:ext cx="1040040" cy="8413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80000"/>
              </a:lnSpc>
              <a:buNone/>
            </a:pPr>
            <a:r>
              <a:rPr lang="fr-FR" sz="6000" b="1" u="none" strike="noStrike">
                <a:solidFill>
                  <a:schemeClr val="lt1"/>
                </a:solidFill>
                <a:effectLst/>
                <a:uFillTx/>
                <a:latin typeface="Gilda Display"/>
                <a:ea typeface="Gilda Display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153;p21"/>
          <p:cNvGrpSpPr/>
          <p:nvPr/>
        </p:nvGrpSpPr>
        <p:grpSpPr>
          <a:xfrm>
            <a:off x="372960" y="1080"/>
            <a:ext cx="8771040" cy="7215840"/>
            <a:chOff x="372960" y="1080"/>
            <a:chExt cx="8771040" cy="7215840"/>
          </a:xfrm>
        </p:grpSpPr>
        <p:sp>
          <p:nvSpPr>
            <p:cNvPr id="73" name="Google Shape;154;p21"/>
            <p:cNvSpPr/>
            <p:nvPr/>
          </p:nvSpPr>
          <p:spPr>
            <a:xfrm rot="10800000" flipH="1">
              <a:off x="4158000" y="1080"/>
              <a:ext cx="4986000" cy="5142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" name="Google Shape;155;p21"/>
            <p:cNvSpPr/>
            <p:nvPr/>
          </p:nvSpPr>
          <p:spPr>
            <a:xfrm>
              <a:off x="2931120" y="4604040"/>
              <a:ext cx="2525400" cy="261288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" name="Google Shape;156;p21"/>
            <p:cNvSpPr/>
            <p:nvPr/>
          </p:nvSpPr>
          <p:spPr>
            <a:xfrm flipH="1">
              <a:off x="372960" y="4604400"/>
              <a:ext cx="1308240" cy="232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" name="Google Shape;157;p21"/>
            <p:cNvSpPr/>
            <p:nvPr/>
          </p:nvSpPr>
          <p:spPr>
            <a:xfrm>
              <a:off x="8278200" y="5760"/>
              <a:ext cx="710280" cy="762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t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0000" b="0" u="none" strike="noStrike">
                  <a:solidFill>
                    <a:schemeClr val="dk2"/>
                  </a:solidFill>
                  <a:effectLst/>
                  <a:uFillTx/>
                  <a:latin typeface="Gilda Display"/>
                  <a:ea typeface="Gilda Display"/>
                </a:rPr>
                <a:t>’’</a:t>
              </a:r>
              <a:endParaRPr lang="en-US" sz="100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77" name="PlaceHolder 1"/>
          <p:cNvSpPr>
            <a:spLocks noGrp="1"/>
          </p:cNvSpPr>
          <p:nvPr>
            <p:ph type="title" hasCustomPrompt="1"/>
          </p:nvPr>
        </p:nvSpPr>
        <p:spPr>
          <a:xfrm>
            <a:off x="720000" y="1390320"/>
            <a:ext cx="3011760" cy="1180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161;p22"/>
          <p:cNvGrpSpPr/>
          <p:nvPr/>
        </p:nvGrpSpPr>
        <p:grpSpPr>
          <a:xfrm>
            <a:off x="-1303920" y="1080"/>
            <a:ext cx="10388520" cy="6450840"/>
            <a:chOff x="-1303920" y="1080"/>
            <a:chExt cx="10388520" cy="6450840"/>
          </a:xfrm>
        </p:grpSpPr>
        <p:sp>
          <p:nvSpPr>
            <p:cNvPr id="79" name="Google Shape;162;p22"/>
            <p:cNvSpPr/>
            <p:nvPr/>
          </p:nvSpPr>
          <p:spPr>
            <a:xfrm>
              <a:off x="7776360" y="4806000"/>
              <a:ext cx="1308240" cy="232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" name="Google Shape;163;p22"/>
            <p:cNvSpPr/>
            <p:nvPr/>
          </p:nvSpPr>
          <p:spPr>
            <a:xfrm rot="10800000">
              <a:off x="-24120" y="1080"/>
              <a:ext cx="4986000" cy="5142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" name="Google Shape;164;p22"/>
            <p:cNvSpPr/>
            <p:nvPr/>
          </p:nvSpPr>
          <p:spPr>
            <a:xfrm flipH="1">
              <a:off x="-1304280" y="3839040"/>
              <a:ext cx="2525400" cy="261288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" name="Google Shape;165;p22"/>
            <p:cNvSpPr/>
            <p:nvPr/>
          </p:nvSpPr>
          <p:spPr>
            <a:xfrm flipH="1">
              <a:off x="8283240" y="82080"/>
              <a:ext cx="710280" cy="762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t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0000" b="0" u="none" strike="noStrike">
                  <a:solidFill>
                    <a:schemeClr val="dk2"/>
                  </a:solidFill>
                  <a:effectLst/>
                  <a:uFillTx/>
                  <a:latin typeface="Gilda Display"/>
                  <a:ea typeface="Gilda Display"/>
                </a:rPr>
                <a:t>’’</a:t>
              </a:r>
              <a:endParaRPr lang="en-US" sz="100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83" name="PlaceHolder 1"/>
          <p:cNvSpPr>
            <a:spLocks noGrp="1"/>
          </p:cNvSpPr>
          <p:nvPr>
            <p:ph type="title" hasCustomPrompt="1"/>
          </p:nvPr>
        </p:nvSpPr>
        <p:spPr>
          <a:xfrm>
            <a:off x="5100120" y="1418760"/>
            <a:ext cx="2630160" cy="1230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169;p23"/>
          <p:cNvGrpSpPr/>
          <p:nvPr/>
        </p:nvGrpSpPr>
        <p:grpSpPr>
          <a:xfrm>
            <a:off x="-24120" y="1080"/>
            <a:ext cx="10446480" cy="6450840"/>
            <a:chOff x="-24120" y="1080"/>
            <a:chExt cx="10446480" cy="6450840"/>
          </a:xfrm>
        </p:grpSpPr>
        <p:sp>
          <p:nvSpPr>
            <p:cNvPr id="85" name="Google Shape;170;p23"/>
            <p:cNvSpPr/>
            <p:nvPr/>
          </p:nvSpPr>
          <p:spPr>
            <a:xfrm rot="10800000">
              <a:off x="-24120" y="1080"/>
              <a:ext cx="4986000" cy="5142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" name="Google Shape;171;p23"/>
            <p:cNvSpPr/>
            <p:nvPr/>
          </p:nvSpPr>
          <p:spPr>
            <a:xfrm>
              <a:off x="7896960" y="3839040"/>
              <a:ext cx="2525400" cy="261288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" name="Google Shape;172;p23"/>
            <p:cNvSpPr/>
            <p:nvPr/>
          </p:nvSpPr>
          <p:spPr>
            <a:xfrm flipH="1">
              <a:off x="220320" y="4756680"/>
              <a:ext cx="1308240" cy="232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" name="Google Shape;173;p23"/>
            <p:cNvSpPr/>
            <p:nvPr/>
          </p:nvSpPr>
          <p:spPr>
            <a:xfrm>
              <a:off x="8131680" y="163080"/>
              <a:ext cx="710280" cy="762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t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0000" b="0" u="none" strike="noStrike">
                  <a:solidFill>
                    <a:schemeClr val="dk2"/>
                  </a:solidFill>
                  <a:effectLst/>
                  <a:uFillTx/>
                  <a:latin typeface="Gilda Display"/>
                  <a:ea typeface="Gilda Display"/>
                </a:rPr>
                <a:t>’’</a:t>
              </a:r>
              <a:endParaRPr lang="en-US" sz="100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" name="Google Shape;174;p23"/>
            <p:cNvSpPr/>
            <p:nvPr/>
          </p:nvSpPr>
          <p:spPr>
            <a:xfrm flipH="1">
              <a:off x="219960" y="4371480"/>
              <a:ext cx="939240" cy="232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90" name="PlaceHolder 1"/>
          <p:cNvSpPr>
            <a:spLocks noGrp="1"/>
          </p:cNvSpPr>
          <p:nvPr>
            <p:ph type="title" hasCustomPrompt="1"/>
          </p:nvPr>
        </p:nvSpPr>
        <p:spPr>
          <a:xfrm>
            <a:off x="1843560" y="1411920"/>
            <a:ext cx="2844720" cy="116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178;p24"/>
          <p:cNvGrpSpPr/>
          <p:nvPr/>
        </p:nvGrpSpPr>
        <p:grpSpPr>
          <a:xfrm>
            <a:off x="0" y="4151160"/>
            <a:ext cx="9143640" cy="992520"/>
            <a:chOff x="0" y="4151160"/>
            <a:chExt cx="9143640" cy="992520"/>
          </a:xfrm>
        </p:grpSpPr>
        <p:sp>
          <p:nvSpPr>
            <p:cNvPr id="92" name="Google Shape;179;p24"/>
            <p:cNvSpPr/>
            <p:nvPr/>
          </p:nvSpPr>
          <p:spPr>
            <a:xfrm rot="10800000" flipH="1">
              <a:off x="-360" y="4151160"/>
              <a:ext cx="9143640" cy="99252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" name="Google Shape;180;p24"/>
            <p:cNvSpPr/>
            <p:nvPr/>
          </p:nvSpPr>
          <p:spPr>
            <a:xfrm>
              <a:off x="217080" y="4719960"/>
              <a:ext cx="1772640" cy="232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" name="Google Shape;181;p24"/>
            <p:cNvSpPr/>
            <p:nvPr/>
          </p:nvSpPr>
          <p:spPr>
            <a:xfrm>
              <a:off x="217080" y="4371480"/>
              <a:ext cx="1226520" cy="232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95" name="PlaceHolder 1"/>
          <p:cNvSpPr>
            <a:spLocks noGrp="1"/>
          </p:cNvSpPr>
          <p:nvPr>
            <p:ph type="title" hasCustomPrompt="1"/>
          </p:nvPr>
        </p:nvSpPr>
        <p:spPr>
          <a:xfrm>
            <a:off x="713160" y="53604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188;p25"/>
          <p:cNvGrpSpPr/>
          <p:nvPr/>
        </p:nvGrpSpPr>
        <p:grpSpPr>
          <a:xfrm>
            <a:off x="0" y="360"/>
            <a:ext cx="9143640" cy="4951800"/>
            <a:chOff x="0" y="360"/>
            <a:chExt cx="9143640" cy="4951800"/>
          </a:xfrm>
        </p:grpSpPr>
        <p:sp>
          <p:nvSpPr>
            <p:cNvPr id="97" name="Google Shape;189;p25"/>
            <p:cNvSpPr/>
            <p:nvPr/>
          </p:nvSpPr>
          <p:spPr>
            <a:xfrm rot="10800000" flipH="1">
              <a:off x="-360" y="360"/>
              <a:ext cx="9143640" cy="12276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" name="Google Shape;190;p25"/>
            <p:cNvSpPr/>
            <p:nvPr/>
          </p:nvSpPr>
          <p:spPr>
            <a:xfrm>
              <a:off x="316440" y="4719960"/>
              <a:ext cx="2337480" cy="232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" name="Google Shape;191;p25"/>
            <p:cNvSpPr/>
            <p:nvPr/>
          </p:nvSpPr>
          <p:spPr>
            <a:xfrm>
              <a:off x="2852640" y="4719960"/>
              <a:ext cx="719280" cy="232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0" name="PlaceHolder 1"/>
          <p:cNvSpPr>
            <a:spLocks noGrp="1"/>
          </p:cNvSpPr>
          <p:nvPr>
            <p:ph type="title" hasCustomPrompt="1"/>
          </p:nvPr>
        </p:nvSpPr>
        <p:spPr>
          <a:xfrm>
            <a:off x="713160" y="53604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96;p26"/>
          <p:cNvGrpSpPr/>
          <p:nvPr/>
        </p:nvGrpSpPr>
        <p:grpSpPr>
          <a:xfrm>
            <a:off x="422280" y="7560"/>
            <a:ext cx="8721720" cy="5128560"/>
            <a:chOff x="422280" y="7560"/>
            <a:chExt cx="8721720" cy="5128560"/>
          </a:xfrm>
        </p:grpSpPr>
        <p:sp>
          <p:nvSpPr>
            <p:cNvPr id="102" name="Google Shape;197;p26"/>
            <p:cNvSpPr/>
            <p:nvPr/>
          </p:nvSpPr>
          <p:spPr>
            <a:xfrm rot="10800000" flipH="1">
              <a:off x="8431200" y="7560"/>
              <a:ext cx="712800" cy="512856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" name="Google Shape;198;p26"/>
            <p:cNvSpPr/>
            <p:nvPr/>
          </p:nvSpPr>
          <p:spPr>
            <a:xfrm>
              <a:off x="422280" y="4604040"/>
              <a:ext cx="1524960" cy="232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4" name="PlaceHolder 1"/>
          <p:cNvSpPr>
            <a:spLocks noGrp="1"/>
          </p:cNvSpPr>
          <p:nvPr>
            <p:ph type="title" hasCustomPrompt="1"/>
          </p:nvPr>
        </p:nvSpPr>
        <p:spPr>
          <a:xfrm>
            <a:off x="713160" y="53604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207;p27"/>
          <p:cNvGrpSpPr/>
          <p:nvPr/>
        </p:nvGrpSpPr>
        <p:grpSpPr>
          <a:xfrm>
            <a:off x="0" y="360"/>
            <a:ext cx="10478880" cy="6530760"/>
            <a:chOff x="0" y="360"/>
            <a:chExt cx="10478880" cy="6530760"/>
          </a:xfrm>
        </p:grpSpPr>
        <p:sp>
          <p:nvSpPr>
            <p:cNvPr id="106" name="Google Shape;208;p27"/>
            <p:cNvSpPr/>
            <p:nvPr/>
          </p:nvSpPr>
          <p:spPr>
            <a:xfrm>
              <a:off x="7822440" y="3782160"/>
              <a:ext cx="2656440" cy="274896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" name="Google Shape;209;p27"/>
            <p:cNvSpPr/>
            <p:nvPr/>
          </p:nvSpPr>
          <p:spPr>
            <a:xfrm rot="10800000" flipH="1">
              <a:off x="-360" y="360"/>
              <a:ext cx="9143640" cy="114228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8" name="PlaceHolder 1"/>
          <p:cNvSpPr>
            <a:spLocks noGrp="1"/>
          </p:cNvSpPr>
          <p:nvPr>
            <p:ph type="title" hasCustomPrompt="1"/>
          </p:nvPr>
        </p:nvSpPr>
        <p:spPr>
          <a:xfrm>
            <a:off x="713160" y="53604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220;p28"/>
          <p:cNvGrpSpPr/>
          <p:nvPr/>
        </p:nvGrpSpPr>
        <p:grpSpPr>
          <a:xfrm>
            <a:off x="360" y="7560"/>
            <a:ext cx="9140760" cy="5128560"/>
            <a:chOff x="360" y="7560"/>
            <a:chExt cx="9140760" cy="5128560"/>
          </a:xfrm>
        </p:grpSpPr>
        <p:sp>
          <p:nvSpPr>
            <p:cNvPr id="110" name="Google Shape;221;p28"/>
            <p:cNvSpPr/>
            <p:nvPr/>
          </p:nvSpPr>
          <p:spPr>
            <a:xfrm>
              <a:off x="4402440" y="4818240"/>
              <a:ext cx="4696200" cy="232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" name="Google Shape;222;p28"/>
            <p:cNvSpPr/>
            <p:nvPr/>
          </p:nvSpPr>
          <p:spPr>
            <a:xfrm rot="10800000" flipH="1">
              <a:off x="0" y="7560"/>
              <a:ext cx="712800" cy="512856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" name="Google Shape;223;p28"/>
            <p:cNvSpPr/>
            <p:nvPr/>
          </p:nvSpPr>
          <p:spPr>
            <a:xfrm>
              <a:off x="8430840" y="3815640"/>
              <a:ext cx="710280" cy="762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t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0000" b="0" u="none" strike="noStrike">
                  <a:solidFill>
                    <a:schemeClr val="dk2"/>
                  </a:solidFill>
                  <a:effectLst/>
                  <a:uFillTx/>
                  <a:latin typeface="Gilda Display"/>
                  <a:ea typeface="Gilda Display"/>
                </a:rPr>
                <a:t>’’</a:t>
              </a:r>
              <a:endParaRPr lang="en-US" sz="100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13" name="PlaceHolder 1"/>
          <p:cNvSpPr>
            <a:spLocks noGrp="1"/>
          </p:cNvSpPr>
          <p:nvPr>
            <p:ph type="title" hasCustomPrompt="1"/>
          </p:nvPr>
        </p:nvSpPr>
        <p:spPr>
          <a:xfrm>
            <a:off x="713160" y="53604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236;p29"/>
          <p:cNvGrpSpPr/>
          <p:nvPr/>
        </p:nvGrpSpPr>
        <p:grpSpPr>
          <a:xfrm>
            <a:off x="0" y="144000"/>
            <a:ext cx="9143640" cy="4999680"/>
            <a:chOff x="0" y="144000"/>
            <a:chExt cx="9143640" cy="4999680"/>
          </a:xfrm>
        </p:grpSpPr>
        <p:sp>
          <p:nvSpPr>
            <p:cNvPr id="115" name="Google Shape;237;p29"/>
            <p:cNvSpPr/>
            <p:nvPr/>
          </p:nvSpPr>
          <p:spPr>
            <a:xfrm rot="10800000" flipH="1">
              <a:off x="-360" y="4598280"/>
              <a:ext cx="9143640" cy="545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" name="Google Shape;238;p29"/>
            <p:cNvSpPr/>
            <p:nvPr/>
          </p:nvSpPr>
          <p:spPr>
            <a:xfrm>
              <a:off x="8430840" y="158040"/>
              <a:ext cx="710280" cy="762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t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0000" b="0" u="none" strike="noStrike">
                  <a:solidFill>
                    <a:schemeClr val="dk2"/>
                  </a:solidFill>
                  <a:effectLst/>
                  <a:uFillTx/>
                  <a:latin typeface="Gilda Display"/>
                  <a:ea typeface="Gilda Display"/>
                </a:rPr>
                <a:t>’’</a:t>
              </a:r>
              <a:endParaRPr lang="en-US" sz="100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" name="Google Shape;239;p29"/>
            <p:cNvSpPr/>
            <p:nvPr/>
          </p:nvSpPr>
          <p:spPr>
            <a:xfrm>
              <a:off x="7204680" y="144000"/>
              <a:ext cx="1861560" cy="232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18" name="PlaceHolder 1"/>
          <p:cNvSpPr>
            <a:spLocks noGrp="1"/>
          </p:cNvSpPr>
          <p:nvPr>
            <p:ph type="title" hasCustomPrompt="1"/>
          </p:nvPr>
        </p:nvSpPr>
        <p:spPr>
          <a:xfrm>
            <a:off x="713160" y="53604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oogle Shape;254;p30"/>
          <p:cNvGrpSpPr/>
          <p:nvPr/>
        </p:nvGrpSpPr>
        <p:grpSpPr>
          <a:xfrm>
            <a:off x="0" y="0"/>
            <a:ext cx="9143640" cy="5155920"/>
            <a:chOff x="0" y="0"/>
            <a:chExt cx="9143640" cy="5155920"/>
          </a:xfrm>
        </p:grpSpPr>
        <p:sp>
          <p:nvSpPr>
            <p:cNvPr id="120" name="Google Shape;255;p30"/>
            <p:cNvSpPr/>
            <p:nvPr/>
          </p:nvSpPr>
          <p:spPr>
            <a:xfrm>
              <a:off x="0" y="2736720"/>
              <a:ext cx="9143640" cy="24192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" name="Google Shape;256;p30"/>
            <p:cNvSpPr/>
            <p:nvPr/>
          </p:nvSpPr>
          <p:spPr>
            <a:xfrm>
              <a:off x="0" y="0"/>
              <a:ext cx="7637040" cy="514332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" name="Google Shape;257;p30"/>
            <p:cNvSpPr/>
            <p:nvPr/>
          </p:nvSpPr>
          <p:spPr>
            <a:xfrm flipH="1">
              <a:off x="220320" y="4756680"/>
              <a:ext cx="1308240" cy="232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" name="Google Shape;258;p30"/>
            <p:cNvSpPr/>
            <p:nvPr/>
          </p:nvSpPr>
          <p:spPr>
            <a:xfrm>
              <a:off x="8278200" y="5760"/>
              <a:ext cx="710280" cy="762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t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0000" b="0" u="none" strike="noStrike">
                  <a:solidFill>
                    <a:schemeClr val="accent1"/>
                  </a:solidFill>
                  <a:effectLst/>
                  <a:uFillTx/>
                  <a:latin typeface="Gilda Display"/>
                  <a:ea typeface="Gilda Display"/>
                </a:rPr>
                <a:t>’’</a:t>
              </a:r>
              <a:endParaRPr lang="en-US" sz="100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24" name="PlaceHolder 1"/>
          <p:cNvSpPr>
            <a:spLocks noGrp="1"/>
          </p:cNvSpPr>
          <p:nvPr>
            <p:ph type="title" hasCustomPrompt="1"/>
          </p:nvPr>
        </p:nvSpPr>
        <p:spPr>
          <a:xfrm>
            <a:off x="2383560" y="822600"/>
            <a:ext cx="4376520" cy="7686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4500" b="1" u="none" strike="noStrike">
                <a:solidFill>
                  <a:schemeClr val="lt1"/>
                </a:solidFill>
                <a:effectLst/>
                <a:uFillTx/>
                <a:latin typeface="Gilda Display"/>
                <a:ea typeface="Gilda Display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title" hasCustomPrompt="1"/>
          </p:nvPr>
        </p:nvSpPr>
        <p:spPr>
          <a:xfrm>
            <a:off x="2383560" y="2120400"/>
            <a:ext cx="4376520" cy="7686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4500" b="1" u="none" strike="noStrike">
                <a:solidFill>
                  <a:schemeClr val="lt1"/>
                </a:solidFill>
                <a:effectLst/>
                <a:uFillTx/>
                <a:latin typeface="Gilda Display"/>
                <a:ea typeface="Gilda Display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title" hasCustomPrompt="1"/>
          </p:nvPr>
        </p:nvSpPr>
        <p:spPr>
          <a:xfrm>
            <a:off x="2383560" y="3418200"/>
            <a:ext cx="4376520" cy="7686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4500" b="1" u="none" strike="noStrike">
                <a:solidFill>
                  <a:schemeClr val="lt1"/>
                </a:solidFill>
                <a:effectLst/>
                <a:uFillTx/>
                <a:latin typeface="Gilda Display"/>
                <a:ea typeface="Gilda Display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25;p4"/>
          <p:cNvGrpSpPr/>
          <p:nvPr/>
        </p:nvGrpSpPr>
        <p:grpSpPr>
          <a:xfrm>
            <a:off x="360" y="15120"/>
            <a:ext cx="9017280" cy="5128560"/>
            <a:chOff x="360" y="15120"/>
            <a:chExt cx="9017280" cy="5128560"/>
          </a:xfrm>
        </p:grpSpPr>
        <p:sp>
          <p:nvSpPr>
            <p:cNvPr id="128" name="Google Shape;26;p4"/>
            <p:cNvSpPr/>
            <p:nvPr/>
          </p:nvSpPr>
          <p:spPr>
            <a:xfrm rot="10800000" flipH="1">
              <a:off x="0" y="15120"/>
              <a:ext cx="712800" cy="512856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" name="Google Shape;27;p4"/>
            <p:cNvSpPr/>
            <p:nvPr/>
          </p:nvSpPr>
          <p:spPr>
            <a:xfrm>
              <a:off x="6680160" y="144000"/>
              <a:ext cx="2337480" cy="232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30" name="PlaceHolder 1"/>
          <p:cNvSpPr>
            <a:spLocks noGrp="1"/>
          </p:cNvSpPr>
          <p:nvPr>
            <p:ph type="body" hasCustomPrompt="1"/>
          </p:nvPr>
        </p:nvSpPr>
        <p:spPr>
          <a:xfrm>
            <a:off x="720000" y="1215720"/>
            <a:ext cx="7703640" cy="39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title" hasCustomPrompt="1"/>
          </p:nvPr>
        </p:nvSpPr>
        <p:spPr>
          <a:xfrm>
            <a:off x="713160" y="53604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266;p31"/>
          <p:cNvGrpSpPr/>
          <p:nvPr/>
        </p:nvGrpSpPr>
        <p:grpSpPr>
          <a:xfrm>
            <a:off x="0" y="12960"/>
            <a:ext cx="9143640" cy="5143320"/>
            <a:chOff x="0" y="12960"/>
            <a:chExt cx="9143640" cy="5143320"/>
          </a:xfrm>
        </p:grpSpPr>
        <p:sp>
          <p:nvSpPr>
            <p:cNvPr id="133" name="Google Shape;267;p31"/>
            <p:cNvSpPr/>
            <p:nvPr/>
          </p:nvSpPr>
          <p:spPr>
            <a:xfrm>
              <a:off x="0" y="3599640"/>
              <a:ext cx="9143640" cy="15566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" name="Google Shape;268;p31"/>
            <p:cNvSpPr/>
            <p:nvPr/>
          </p:nvSpPr>
          <p:spPr>
            <a:xfrm>
              <a:off x="936360" y="12960"/>
              <a:ext cx="7270920" cy="514332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" name="Google Shape;269;p31"/>
            <p:cNvSpPr/>
            <p:nvPr/>
          </p:nvSpPr>
          <p:spPr>
            <a:xfrm>
              <a:off x="87840" y="136080"/>
              <a:ext cx="1439280" cy="232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" name="Google Shape;270;p31"/>
            <p:cNvSpPr/>
            <p:nvPr/>
          </p:nvSpPr>
          <p:spPr>
            <a:xfrm>
              <a:off x="87120" y="407880"/>
              <a:ext cx="710280" cy="762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t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0000" b="0" u="none" strike="noStrike">
                  <a:solidFill>
                    <a:schemeClr val="dk2"/>
                  </a:solidFill>
                  <a:effectLst/>
                  <a:uFillTx/>
                  <a:latin typeface="Gilda Display"/>
                  <a:ea typeface="Gilda Display"/>
                </a:rPr>
                <a:t>“</a:t>
              </a:r>
              <a:endParaRPr lang="en-US" sz="100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" name="Google Shape;271;p31"/>
            <p:cNvSpPr/>
            <p:nvPr/>
          </p:nvSpPr>
          <p:spPr>
            <a:xfrm>
              <a:off x="8345880" y="407880"/>
              <a:ext cx="710280" cy="762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t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0000" b="0" u="none" strike="noStrike">
                  <a:solidFill>
                    <a:schemeClr val="dk2"/>
                  </a:solidFill>
                  <a:effectLst/>
                  <a:uFillTx/>
                  <a:latin typeface="Gilda Display"/>
                  <a:ea typeface="Gilda Display"/>
                </a:rPr>
                <a:t>’’</a:t>
              </a:r>
              <a:endParaRPr lang="en-US" sz="100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38" name="PlaceHolder 1"/>
          <p:cNvSpPr>
            <a:spLocks noGrp="1"/>
          </p:cNvSpPr>
          <p:nvPr>
            <p:ph type="title" hasCustomPrompt="1"/>
          </p:nvPr>
        </p:nvSpPr>
        <p:spPr>
          <a:xfrm>
            <a:off x="2137320" y="562320"/>
            <a:ext cx="4869360" cy="1225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buNone/>
            </a:pPr>
            <a:r>
              <a:rPr lang="fr-FR" sz="7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7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9" name="Google Shape;274;p31"/>
          <p:cNvSpPr/>
          <p:nvPr/>
        </p:nvSpPr>
        <p:spPr>
          <a:xfrm>
            <a:off x="2137320" y="3611880"/>
            <a:ext cx="486936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t">
            <a:noAutofit/>
          </a:bodyPr>
          <a:p>
            <a:pPr algn="ctr"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-GB" sz="1200" b="1" i="1" u="none" strike="noStrike">
                <a:solidFill>
                  <a:schemeClr val="lt1"/>
                </a:solidFill>
                <a:effectLst/>
                <a:uFillTx/>
                <a:latin typeface="Gideon Roman"/>
                <a:ea typeface="Gideon Roman"/>
              </a:rPr>
              <a:t>CREDITS:</a:t>
            </a:r>
            <a:r>
              <a:rPr lang="en-GB" sz="1200" b="0" i="1" u="none" strike="noStrike">
                <a:solidFill>
                  <a:schemeClr val="lt1"/>
                </a:solidFill>
                <a:effectLst/>
                <a:uFillTx/>
                <a:latin typeface="Gideon Roman"/>
                <a:ea typeface="Gideon Roman"/>
              </a:rPr>
              <a:t> This presentation template was created by </a:t>
            </a:r>
            <a:r>
              <a:rPr lang="en-GB" sz="1200" b="1" i="1" u="sng" strike="noStrike">
                <a:solidFill>
                  <a:schemeClr val="lt1"/>
                </a:solidFill>
                <a:effectLst/>
                <a:uFillTx/>
                <a:latin typeface="Gideon Roman"/>
                <a:ea typeface="Gideon Roman"/>
                <a:hlinkClick r:id="rId2"/>
              </a:rPr>
              <a:t>Slidesgo</a:t>
            </a:r>
            <a:r>
              <a:rPr lang="en-GB" sz="1200" b="0" i="1" u="none" strike="noStrike">
                <a:solidFill>
                  <a:schemeClr val="lt1"/>
                </a:solidFill>
                <a:effectLst/>
                <a:uFillTx/>
                <a:latin typeface="Gideon Roman"/>
                <a:ea typeface="Gideon Roman"/>
              </a:rPr>
              <a:t>, and includes icons by </a:t>
            </a:r>
            <a:r>
              <a:rPr lang="en-GB" sz="1200" b="1" i="1" u="sng" strike="noStrike">
                <a:solidFill>
                  <a:schemeClr val="lt1"/>
                </a:solidFill>
                <a:effectLst/>
                <a:uFillTx/>
                <a:latin typeface="Gideon Roman"/>
                <a:ea typeface="Gideon Roman"/>
                <a:hlinkClick r:id="rId3"/>
              </a:rPr>
              <a:t>Flaticon</a:t>
            </a:r>
            <a:r>
              <a:rPr lang="en-GB" sz="1200" b="0" i="1" u="none" strike="noStrike">
                <a:solidFill>
                  <a:schemeClr val="lt1"/>
                </a:solidFill>
                <a:effectLst/>
                <a:uFillTx/>
                <a:latin typeface="Gideon Roman"/>
                <a:ea typeface="Gideon Roman"/>
              </a:rPr>
              <a:t>, and infographics &amp; images by </a:t>
            </a:r>
            <a:r>
              <a:rPr lang="en-GB" sz="1200" b="1" i="1" u="sng" strike="noStrike">
                <a:solidFill>
                  <a:schemeClr val="lt1"/>
                </a:solidFill>
                <a:effectLst/>
                <a:uFillTx/>
                <a:latin typeface="Gideon Roman"/>
                <a:ea typeface="Gideon Roman"/>
                <a:hlinkClick r:id="rId4"/>
              </a:rPr>
              <a:t>Freepik</a:t>
            </a:r>
            <a:r>
              <a:rPr lang="en-GB" sz="1200" b="0" i="1" u="sng" strike="noStrike">
                <a:solidFill>
                  <a:schemeClr val="lt1"/>
                </a:solidFill>
                <a:effectLst/>
                <a:uFillTx/>
                <a:latin typeface="Gideon Roman"/>
                <a:ea typeface="Gideon Roman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body" hasCustomPrompt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266;p31"/>
          <p:cNvGrpSpPr/>
          <p:nvPr/>
        </p:nvGrpSpPr>
        <p:grpSpPr>
          <a:xfrm>
            <a:off x="0" y="12960"/>
            <a:ext cx="9143640" cy="5143320"/>
            <a:chOff x="0" y="12960"/>
            <a:chExt cx="9143640" cy="5143320"/>
          </a:xfrm>
        </p:grpSpPr>
        <p:sp>
          <p:nvSpPr>
            <p:cNvPr id="133" name="Google Shape;267;p31"/>
            <p:cNvSpPr/>
            <p:nvPr/>
          </p:nvSpPr>
          <p:spPr>
            <a:xfrm>
              <a:off x="0" y="3599640"/>
              <a:ext cx="9143640" cy="15566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" name="Google Shape;268;p31"/>
            <p:cNvSpPr/>
            <p:nvPr/>
          </p:nvSpPr>
          <p:spPr>
            <a:xfrm>
              <a:off x="936360" y="12960"/>
              <a:ext cx="7270920" cy="514332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" name="Google Shape;269;p31"/>
            <p:cNvSpPr/>
            <p:nvPr/>
          </p:nvSpPr>
          <p:spPr>
            <a:xfrm>
              <a:off x="87840" y="136080"/>
              <a:ext cx="1439280" cy="232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" name="Google Shape;270;p31"/>
            <p:cNvSpPr/>
            <p:nvPr/>
          </p:nvSpPr>
          <p:spPr>
            <a:xfrm>
              <a:off x="87120" y="407880"/>
              <a:ext cx="710280" cy="762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t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0000" b="0" u="none" strike="noStrike">
                  <a:solidFill>
                    <a:schemeClr val="dk2"/>
                  </a:solidFill>
                  <a:effectLst/>
                  <a:uFillTx/>
                  <a:latin typeface="Gilda Display"/>
                  <a:ea typeface="Gilda Display"/>
                </a:rPr>
                <a:t>“</a:t>
              </a:r>
              <a:endParaRPr lang="en-US" sz="100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" name="Google Shape;271;p31"/>
            <p:cNvSpPr/>
            <p:nvPr/>
          </p:nvSpPr>
          <p:spPr>
            <a:xfrm>
              <a:off x="8345880" y="407880"/>
              <a:ext cx="710280" cy="762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t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0000" b="0" u="none" strike="noStrike">
                  <a:solidFill>
                    <a:schemeClr val="dk2"/>
                  </a:solidFill>
                  <a:effectLst/>
                  <a:uFillTx/>
                  <a:latin typeface="Gilda Display"/>
                  <a:ea typeface="Gilda Display"/>
                </a:rPr>
                <a:t>’’</a:t>
              </a:r>
              <a:endParaRPr lang="en-US" sz="100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42" name="PlaceHolder 1"/>
          <p:cNvSpPr>
            <a:spLocks noGrp="1"/>
          </p:cNvSpPr>
          <p:nvPr>
            <p:ph type="title" hasCustomPrompt="1"/>
          </p:nvPr>
        </p:nvSpPr>
        <p:spPr>
          <a:xfrm>
            <a:off x="2137320" y="562320"/>
            <a:ext cx="4869360" cy="1225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buNone/>
            </a:pPr>
            <a:r>
              <a:rPr lang="fr-FR" sz="7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7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9" name="Google Shape;274;p31"/>
          <p:cNvSpPr/>
          <p:nvPr/>
        </p:nvSpPr>
        <p:spPr>
          <a:xfrm>
            <a:off x="2137320" y="3611880"/>
            <a:ext cx="486936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t">
            <a:noAutofit/>
          </a:bodyPr>
          <a:p>
            <a:pPr algn="ctr"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-GB" sz="1200" b="1" i="1" u="none" strike="noStrike">
                <a:solidFill>
                  <a:schemeClr val="lt1"/>
                </a:solidFill>
                <a:effectLst/>
                <a:uFillTx/>
                <a:latin typeface="Gideon Roman"/>
                <a:ea typeface="Gideon Roman"/>
              </a:rPr>
              <a:t>CREDITS:</a:t>
            </a:r>
            <a:r>
              <a:rPr lang="en-GB" sz="1200" b="0" i="1" u="none" strike="noStrike">
                <a:solidFill>
                  <a:schemeClr val="lt1"/>
                </a:solidFill>
                <a:effectLst/>
                <a:uFillTx/>
                <a:latin typeface="Gideon Roman"/>
                <a:ea typeface="Gideon Roman"/>
              </a:rPr>
              <a:t> This presentation template was created by </a:t>
            </a:r>
            <a:r>
              <a:rPr lang="en-GB" sz="1200" b="1" i="1" u="sng" strike="noStrike">
                <a:solidFill>
                  <a:schemeClr val="lt1"/>
                </a:solidFill>
                <a:effectLst/>
                <a:uFillTx/>
                <a:latin typeface="Gideon Roman"/>
                <a:ea typeface="Gideon Roman"/>
                <a:hlinkClick r:id="rId2"/>
              </a:rPr>
              <a:t>Slidesgo</a:t>
            </a:r>
            <a:r>
              <a:rPr lang="en-GB" sz="1200" b="0" i="1" u="none" strike="noStrike">
                <a:solidFill>
                  <a:schemeClr val="lt1"/>
                </a:solidFill>
                <a:effectLst/>
                <a:uFillTx/>
                <a:latin typeface="Gideon Roman"/>
                <a:ea typeface="Gideon Roman"/>
              </a:rPr>
              <a:t>, and includes icons by </a:t>
            </a:r>
            <a:r>
              <a:rPr lang="en-GB" sz="1200" b="1" i="1" u="sng" strike="noStrike">
                <a:solidFill>
                  <a:schemeClr val="lt1"/>
                </a:solidFill>
                <a:effectLst/>
                <a:uFillTx/>
                <a:latin typeface="Gideon Roman"/>
                <a:ea typeface="Gideon Roman"/>
                <a:hlinkClick r:id="rId3"/>
              </a:rPr>
              <a:t>Flaticon</a:t>
            </a:r>
            <a:r>
              <a:rPr lang="en-GB" sz="1200" b="0" i="1" u="none" strike="noStrike">
                <a:solidFill>
                  <a:schemeClr val="lt1"/>
                </a:solidFill>
                <a:effectLst/>
                <a:uFillTx/>
                <a:latin typeface="Gideon Roman"/>
                <a:ea typeface="Gideon Roman"/>
              </a:rPr>
              <a:t>, and infographics &amp; images by </a:t>
            </a:r>
            <a:r>
              <a:rPr lang="en-GB" sz="1200" b="1" i="1" u="sng" strike="noStrike">
                <a:solidFill>
                  <a:schemeClr val="lt1"/>
                </a:solidFill>
                <a:effectLst/>
                <a:uFillTx/>
                <a:latin typeface="Gideon Roman"/>
                <a:ea typeface="Gideon Roman"/>
                <a:hlinkClick r:id="rId4"/>
              </a:rPr>
              <a:t>Freepik</a:t>
            </a:r>
            <a:r>
              <a:rPr lang="en-GB" sz="1200" b="0" i="1" u="sng" strike="noStrike">
                <a:solidFill>
                  <a:schemeClr val="lt1"/>
                </a:solidFill>
                <a:effectLst/>
                <a:uFillTx/>
                <a:latin typeface="Gideon Roman"/>
                <a:ea typeface="Gideon Roman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body" hasCustomPrompt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276;p32"/>
          <p:cNvGrpSpPr/>
          <p:nvPr/>
        </p:nvGrpSpPr>
        <p:grpSpPr>
          <a:xfrm>
            <a:off x="360" y="360"/>
            <a:ext cx="9143640" cy="4951800"/>
            <a:chOff x="360" y="360"/>
            <a:chExt cx="9143640" cy="4951800"/>
          </a:xfrm>
        </p:grpSpPr>
        <p:grpSp>
          <p:nvGrpSpPr>
            <p:cNvPr id="145" name="Google Shape;277;p32"/>
            <p:cNvGrpSpPr/>
            <p:nvPr/>
          </p:nvGrpSpPr>
          <p:grpSpPr>
            <a:xfrm>
              <a:off x="360" y="360"/>
              <a:ext cx="9143640" cy="4951800"/>
              <a:chOff x="360" y="360"/>
              <a:chExt cx="9143640" cy="4951800"/>
            </a:xfrm>
          </p:grpSpPr>
          <p:sp>
            <p:nvSpPr>
              <p:cNvPr id="146" name="Google Shape;278;p32"/>
              <p:cNvSpPr/>
              <p:nvPr/>
            </p:nvSpPr>
            <p:spPr>
              <a:xfrm rot="10800000">
                <a:off x="360" y="0"/>
                <a:ext cx="9143640" cy="12276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7" name="Google Shape;279;p32"/>
              <p:cNvSpPr/>
              <p:nvPr/>
            </p:nvSpPr>
            <p:spPr>
              <a:xfrm flipH="1">
                <a:off x="6489000" y="4719960"/>
                <a:ext cx="2337480" cy="2322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82080" bIns="8208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8" name="Google Shape;280;p32"/>
              <p:cNvSpPr/>
              <p:nvPr/>
            </p:nvSpPr>
            <p:spPr>
              <a:xfrm flipH="1">
                <a:off x="5571720" y="4719960"/>
                <a:ext cx="719280" cy="2322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82080" bIns="8208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49" name="Google Shape;281;p32"/>
            <p:cNvSpPr/>
            <p:nvPr/>
          </p:nvSpPr>
          <p:spPr>
            <a:xfrm>
              <a:off x="239760" y="103320"/>
              <a:ext cx="710280" cy="762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t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0000" b="0" u="none" strike="noStrike">
                  <a:solidFill>
                    <a:schemeClr val="dk2"/>
                  </a:solidFill>
                  <a:effectLst/>
                  <a:uFillTx/>
                  <a:latin typeface="Gilda Display"/>
                  <a:ea typeface="Gilda Display"/>
                </a:rPr>
                <a:t>“</a:t>
              </a:r>
              <a:endParaRPr lang="en-US" sz="100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oogle Shape;283;p33"/>
          <p:cNvGrpSpPr/>
          <p:nvPr/>
        </p:nvGrpSpPr>
        <p:grpSpPr>
          <a:xfrm>
            <a:off x="42120" y="7560"/>
            <a:ext cx="9099360" cy="5128560"/>
            <a:chOff x="42120" y="7560"/>
            <a:chExt cx="9099360" cy="5128560"/>
          </a:xfrm>
        </p:grpSpPr>
        <p:grpSp>
          <p:nvGrpSpPr>
            <p:cNvPr id="151" name="Google Shape;284;p33"/>
            <p:cNvGrpSpPr/>
            <p:nvPr/>
          </p:nvGrpSpPr>
          <p:grpSpPr>
            <a:xfrm>
              <a:off x="42120" y="7560"/>
              <a:ext cx="9099360" cy="5128560"/>
              <a:chOff x="42120" y="7560"/>
              <a:chExt cx="9099360" cy="5128560"/>
            </a:xfrm>
          </p:grpSpPr>
          <p:sp>
            <p:nvSpPr>
              <p:cNvPr id="152" name="Google Shape;285;p33"/>
              <p:cNvSpPr/>
              <p:nvPr/>
            </p:nvSpPr>
            <p:spPr>
              <a:xfrm flipH="1">
                <a:off x="41760" y="4818240"/>
                <a:ext cx="4696200" cy="2322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82080" bIns="8208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3" name="Google Shape;286;p33"/>
              <p:cNvSpPr/>
              <p:nvPr/>
            </p:nvSpPr>
            <p:spPr>
              <a:xfrm rot="10800000">
                <a:off x="8428680" y="7560"/>
                <a:ext cx="712800" cy="512856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54" name="Google Shape;287;p33"/>
            <p:cNvSpPr/>
            <p:nvPr/>
          </p:nvSpPr>
          <p:spPr>
            <a:xfrm>
              <a:off x="239760" y="3836880"/>
              <a:ext cx="710280" cy="762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t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0000" b="0" u="none" strike="noStrike">
                  <a:solidFill>
                    <a:schemeClr val="dk2"/>
                  </a:solidFill>
                  <a:effectLst/>
                  <a:uFillTx/>
                  <a:latin typeface="Gilda Display"/>
                  <a:ea typeface="Gilda Display"/>
                </a:rPr>
                <a:t>“</a:t>
              </a:r>
              <a:endParaRPr lang="en-US" sz="100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31;p5"/>
          <p:cNvSpPr/>
          <p:nvPr/>
        </p:nvSpPr>
        <p:spPr>
          <a:xfrm>
            <a:off x="0" y="3076200"/>
            <a:ext cx="9143640" cy="20797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6" name="Google Shape;32;p5"/>
          <p:cNvSpPr/>
          <p:nvPr/>
        </p:nvSpPr>
        <p:spPr>
          <a:xfrm flipH="1">
            <a:off x="241560" y="4749120"/>
            <a:ext cx="1439280" cy="2322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82080" bIns="82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7" name="Google Shape;33;p5"/>
          <p:cNvSpPr/>
          <p:nvPr/>
        </p:nvSpPr>
        <p:spPr>
          <a:xfrm>
            <a:off x="8283960" y="10800"/>
            <a:ext cx="710280" cy="762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GB" sz="10000" b="0" u="none" strike="noStrike">
                <a:solidFill>
                  <a:schemeClr val="accent1"/>
                </a:solidFill>
                <a:effectLst/>
                <a:uFillTx/>
                <a:latin typeface="Gilda Display"/>
                <a:ea typeface="Gilda Display"/>
              </a:rPr>
              <a:t>’’</a:t>
            </a:r>
            <a:endParaRPr lang="en-US" sz="10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8" name="PlaceHolder 1"/>
          <p:cNvSpPr>
            <a:spLocks noGrp="1"/>
          </p:cNvSpPr>
          <p:nvPr>
            <p:ph type="title" hasCustomPrompt="1"/>
          </p:nvPr>
        </p:nvSpPr>
        <p:spPr>
          <a:xfrm>
            <a:off x="713160" y="53604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42;p6"/>
          <p:cNvGrpSpPr/>
          <p:nvPr/>
        </p:nvGrpSpPr>
        <p:grpSpPr>
          <a:xfrm>
            <a:off x="0" y="2586960"/>
            <a:ext cx="9429840" cy="2569320"/>
            <a:chOff x="0" y="2586960"/>
            <a:chExt cx="9429840" cy="2569320"/>
          </a:xfrm>
        </p:grpSpPr>
        <p:sp>
          <p:nvSpPr>
            <p:cNvPr id="160" name="Google Shape;43;p6"/>
            <p:cNvSpPr/>
            <p:nvPr/>
          </p:nvSpPr>
          <p:spPr>
            <a:xfrm flipH="1">
              <a:off x="8583120" y="2586960"/>
              <a:ext cx="846720" cy="256932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" name="Google Shape;44;p6"/>
            <p:cNvSpPr/>
            <p:nvPr/>
          </p:nvSpPr>
          <p:spPr>
            <a:xfrm>
              <a:off x="0" y="4583520"/>
              <a:ext cx="9143640" cy="5724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" name="Google Shape;45;p6"/>
            <p:cNvSpPr/>
            <p:nvPr/>
          </p:nvSpPr>
          <p:spPr>
            <a:xfrm flipH="1">
              <a:off x="37440" y="3663720"/>
              <a:ext cx="588960" cy="762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t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0000" b="0" u="none" strike="noStrike">
                  <a:solidFill>
                    <a:schemeClr val="dk2"/>
                  </a:solidFill>
                  <a:effectLst/>
                  <a:uFillTx/>
                  <a:latin typeface="Gilda Display"/>
                  <a:ea typeface="Gilda Display"/>
                </a:rPr>
                <a:t>“</a:t>
              </a:r>
              <a:endParaRPr lang="en-US" sz="100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" name="Google Shape;46;p6"/>
            <p:cNvSpPr/>
            <p:nvPr/>
          </p:nvSpPr>
          <p:spPr>
            <a:xfrm flipH="1">
              <a:off x="170640" y="4767480"/>
              <a:ext cx="1439280" cy="232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64" name="PlaceHolder 1"/>
          <p:cNvSpPr>
            <a:spLocks noGrp="1"/>
          </p:cNvSpPr>
          <p:nvPr>
            <p:ph type="title" hasCustomPrompt="1"/>
          </p:nvPr>
        </p:nvSpPr>
        <p:spPr>
          <a:xfrm>
            <a:off x="713160" y="53604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oogle Shape;49;p7"/>
          <p:cNvGrpSpPr/>
          <p:nvPr/>
        </p:nvGrpSpPr>
        <p:grpSpPr>
          <a:xfrm>
            <a:off x="-3240" y="0"/>
            <a:ext cx="9144720" cy="5142240"/>
            <a:chOff x="-3240" y="0"/>
            <a:chExt cx="9144720" cy="5142240"/>
          </a:xfrm>
        </p:grpSpPr>
        <p:sp>
          <p:nvSpPr>
            <p:cNvPr id="166" name="Google Shape;50;p7"/>
            <p:cNvSpPr/>
            <p:nvPr/>
          </p:nvSpPr>
          <p:spPr>
            <a:xfrm rot="10800000" flipH="1">
              <a:off x="-3600" y="0"/>
              <a:ext cx="4054680" cy="457632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" name="Google Shape;51;p7"/>
            <p:cNvSpPr/>
            <p:nvPr/>
          </p:nvSpPr>
          <p:spPr>
            <a:xfrm rot="10800000" flipH="1">
              <a:off x="-3240" y="4569840"/>
              <a:ext cx="9144720" cy="57240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" name="Google Shape;52;p7"/>
            <p:cNvSpPr/>
            <p:nvPr/>
          </p:nvSpPr>
          <p:spPr>
            <a:xfrm>
              <a:off x="8430840" y="5760"/>
              <a:ext cx="710280" cy="762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t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0000" b="0" u="none" strike="noStrike">
                  <a:solidFill>
                    <a:schemeClr val="accent1"/>
                  </a:solidFill>
                  <a:effectLst/>
                  <a:uFillTx/>
                  <a:latin typeface="Gilda Display"/>
                  <a:ea typeface="Gilda Display"/>
                </a:rPr>
                <a:t>’’</a:t>
              </a:r>
              <a:endParaRPr lang="en-US" sz="100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69" name="PlaceHolder 1"/>
          <p:cNvSpPr>
            <a:spLocks noGrp="1"/>
          </p:cNvSpPr>
          <p:nvPr>
            <p:ph type="title" hasCustomPrompt="1"/>
          </p:nvPr>
        </p:nvSpPr>
        <p:spPr>
          <a:xfrm>
            <a:off x="4136040" y="536040"/>
            <a:ext cx="4294440" cy="1095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body" hasCustomPrompt="1"/>
          </p:nvPr>
        </p:nvSpPr>
        <p:spPr>
          <a:xfrm>
            <a:off x="690480" y="1036080"/>
            <a:ext cx="2666880" cy="353304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0000" tIns="45000" rIns="90000" bIns="45000" anchor="t">
            <a:normAutofit fontScale="40000" lnSpcReduction="19999"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57;p8"/>
          <p:cNvSpPr/>
          <p:nvPr/>
        </p:nvSpPr>
        <p:spPr>
          <a:xfrm rot="10800000" flipH="1">
            <a:off x="-360" y="2469600"/>
            <a:ext cx="9143640" cy="26737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2" name="Google Shape;58;p8"/>
          <p:cNvSpPr/>
          <p:nvPr/>
        </p:nvSpPr>
        <p:spPr>
          <a:xfrm flipH="1">
            <a:off x="54000" y="144000"/>
            <a:ext cx="1439280" cy="2322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82080" bIns="82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3" name="Google Shape;59;p8"/>
          <p:cNvSpPr/>
          <p:nvPr/>
        </p:nvSpPr>
        <p:spPr>
          <a:xfrm flipH="1">
            <a:off x="1706400" y="144000"/>
            <a:ext cx="489600" cy="2322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82080" bIns="82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4" name="PlaceHolder 1"/>
          <p:cNvSpPr>
            <a:spLocks noGrp="1"/>
          </p:cNvSpPr>
          <p:nvPr>
            <p:ph type="title" hasCustomPrompt="1"/>
          </p:nvPr>
        </p:nvSpPr>
        <p:spPr>
          <a:xfrm>
            <a:off x="1969200" y="2265480"/>
            <a:ext cx="5204880" cy="19033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62;p9"/>
          <p:cNvGrpSpPr/>
          <p:nvPr/>
        </p:nvGrpSpPr>
        <p:grpSpPr>
          <a:xfrm>
            <a:off x="-2306520" y="168480"/>
            <a:ext cx="11450160" cy="7197480"/>
            <a:chOff x="-2306520" y="168480"/>
            <a:chExt cx="11450160" cy="7197480"/>
          </a:xfrm>
        </p:grpSpPr>
        <p:sp>
          <p:nvSpPr>
            <p:cNvPr id="176" name="Google Shape;63;p9"/>
            <p:cNvSpPr/>
            <p:nvPr/>
          </p:nvSpPr>
          <p:spPr>
            <a:xfrm rot="10800000" flipH="1">
              <a:off x="-360" y="3434040"/>
              <a:ext cx="9143640" cy="17096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" name="Google Shape;64;p9"/>
            <p:cNvSpPr/>
            <p:nvPr/>
          </p:nvSpPr>
          <p:spPr>
            <a:xfrm>
              <a:off x="-2306520" y="2769840"/>
              <a:ext cx="4441680" cy="459612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" name="Google Shape;65;p9"/>
            <p:cNvSpPr/>
            <p:nvPr/>
          </p:nvSpPr>
          <p:spPr>
            <a:xfrm>
              <a:off x="7480800" y="168480"/>
              <a:ext cx="1439280" cy="232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" name="Google Shape;66;p9"/>
            <p:cNvSpPr/>
            <p:nvPr/>
          </p:nvSpPr>
          <p:spPr>
            <a:xfrm>
              <a:off x="8002800" y="496800"/>
              <a:ext cx="917640" cy="232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80" name="PlaceHolder 1"/>
          <p:cNvSpPr>
            <a:spLocks noGrp="1"/>
          </p:cNvSpPr>
          <p:nvPr>
            <p:ph type="title" hasCustomPrompt="1"/>
          </p:nvPr>
        </p:nvSpPr>
        <p:spPr>
          <a:xfrm>
            <a:off x="2135520" y="1802520"/>
            <a:ext cx="4872600" cy="1529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buNone/>
            </a:pPr>
            <a:r>
              <a:rPr lang="fr-FR" sz="96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96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body" hasCustomPrompt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body" hasCustomPrompt="1"/>
          </p:nvPr>
        </p:nvSpPr>
        <p:spPr>
          <a:xfrm>
            <a:off x="-6480" y="-6480"/>
            <a:ext cx="91501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 type="title" hasCustomPrompt="1"/>
          </p:nvPr>
        </p:nvSpPr>
        <p:spPr>
          <a:xfrm>
            <a:off x="720000" y="3724920"/>
            <a:ext cx="3618000" cy="8618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slideLayout" Target="../slideLayouts/slideLayout9.xml"/><Relationship Id="rId7" Type="http://schemas.openxmlformats.org/officeDocument/2006/relationships/slideLayout" Target="../slideLayouts/slideLayout8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33" Type="http://schemas.openxmlformats.org/officeDocument/2006/relationships/theme" Target="../theme/theme2.xml"/><Relationship Id="rId32" Type="http://schemas.openxmlformats.org/officeDocument/2006/relationships/slideLayout" Target="../slideLayouts/slideLayout33.xml"/><Relationship Id="rId31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1.xml"/><Relationship Id="rId3" Type="http://schemas.openxmlformats.org/officeDocument/2006/relationships/slideLayout" Target="../slideLayouts/slideLayout4.xml"/><Relationship Id="rId29" Type="http://schemas.openxmlformats.org/officeDocument/2006/relationships/slideLayout" Target="../slideLayouts/slideLayout30.xml"/><Relationship Id="rId28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1.xml"/><Relationship Id="rId2" Type="http://schemas.openxmlformats.org/officeDocument/2006/relationships/slideLayout" Target="../slideLayouts/slideLayout3.xml"/><Relationship Id="rId19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4.xml"/><Relationship Id="rId8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1.xml"/><Relationship Id="rId5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9.xml"/><Relationship Id="rId33" Type="http://schemas.openxmlformats.org/officeDocument/2006/relationships/theme" Target="../theme/theme4.xml"/><Relationship Id="rId32" Type="http://schemas.openxmlformats.org/officeDocument/2006/relationships/slideLayout" Target="../slideLayouts/slideLayout67.xml"/><Relationship Id="rId31" Type="http://schemas.openxmlformats.org/officeDocument/2006/relationships/slideLayout" Target="../slideLayouts/slideLayout66.xml"/><Relationship Id="rId30" Type="http://schemas.openxmlformats.org/officeDocument/2006/relationships/slideLayout" Target="../slideLayouts/slideLayout65.xml"/><Relationship Id="rId3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64.xml"/><Relationship Id="rId28" Type="http://schemas.openxmlformats.org/officeDocument/2006/relationships/slideLayout" Target="../slideLayouts/slideLayout63.xml"/><Relationship Id="rId27" Type="http://schemas.openxmlformats.org/officeDocument/2006/relationships/slideLayout" Target="../slideLayouts/slideLayout62.xml"/><Relationship Id="rId26" Type="http://schemas.openxmlformats.org/officeDocument/2006/relationships/slideLayout" Target="../slideLayouts/slideLayout61.xml"/><Relationship Id="rId25" Type="http://schemas.openxmlformats.org/officeDocument/2006/relationships/slideLayout" Target="../slideLayouts/slideLayout60.xml"/><Relationship Id="rId24" Type="http://schemas.openxmlformats.org/officeDocument/2006/relationships/slideLayout" Target="../slideLayouts/slideLayout59.xml"/><Relationship Id="rId23" Type="http://schemas.openxmlformats.org/officeDocument/2006/relationships/slideLayout" Target="../slideLayouts/slideLayout58.xml"/><Relationship Id="rId22" Type="http://schemas.openxmlformats.org/officeDocument/2006/relationships/slideLayout" Target="../slideLayouts/slideLayout57.xml"/><Relationship Id="rId21" Type="http://schemas.openxmlformats.org/officeDocument/2006/relationships/slideLayout" Target="../slideLayouts/slideLayout56.xml"/><Relationship Id="rId20" Type="http://schemas.openxmlformats.org/officeDocument/2006/relationships/slideLayout" Target="../slideLayouts/slideLayout55.xml"/><Relationship Id="rId2" Type="http://schemas.openxmlformats.org/officeDocument/2006/relationships/slideLayout" Target="../slideLayouts/slideLayout37.xml"/><Relationship Id="rId19" Type="http://schemas.openxmlformats.org/officeDocument/2006/relationships/slideLayout" Target="../slideLayouts/slideLayout54.xml"/><Relationship Id="rId18" Type="http://schemas.openxmlformats.org/officeDocument/2006/relationships/slideLayout" Target="../slideLayouts/slideLayout53.xml"/><Relationship Id="rId17" Type="http://schemas.openxmlformats.org/officeDocument/2006/relationships/slideLayout" Target="../slideLayouts/slideLayout52.xml"/><Relationship Id="rId16" Type="http://schemas.openxmlformats.org/officeDocument/2006/relationships/slideLayout" Target="../slideLayouts/slideLayout51.xml"/><Relationship Id="rId15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5.xml"/><Relationship Id="rId1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9;p2"/>
          <p:cNvSpPr/>
          <p:nvPr/>
        </p:nvSpPr>
        <p:spPr>
          <a:xfrm>
            <a:off x="0" y="495000"/>
            <a:ext cx="9143640" cy="91638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1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" name="Google Shape;10;p2"/>
          <p:cNvGrpSpPr/>
          <p:nvPr/>
        </p:nvGrpSpPr>
        <p:grpSpPr>
          <a:xfrm>
            <a:off x="130320" y="144000"/>
            <a:ext cx="8895600" cy="232200"/>
            <a:chOff x="130320" y="144000"/>
            <a:chExt cx="8895600" cy="232200"/>
          </a:xfrm>
        </p:grpSpPr>
        <p:sp>
          <p:nvSpPr>
            <p:cNvPr id="3" name="Google Shape;11;p2"/>
            <p:cNvSpPr/>
            <p:nvPr/>
          </p:nvSpPr>
          <p:spPr>
            <a:xfrm>
              <a:off x="7586640" y="144000"/>
              <a:ext cx="1439280" cy="232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" name="Google Shape;12;p2"/>
            <p:cNvSpPr/>
            <p:nvPr/>
          </p:nvSpPr>
          <p:spPr>
            <a:xfrm>
              <a:off x="130320" y="144000"/>
              <a:ext cx="489600" cy="232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82080" bIns="820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636200" y="2030040"/>
            <a:ext cx="5871240" cy="16099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buNone/>
            </a:pPr>
            <a:r>
              <a:rPr lang="fr-FR" sz="96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fr-FR" sz="96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4" r:id="rId1"/>
    <p:sldLayoutId id="2147483685" r:id="rId2"/>
  </p:sldLayoutIdLst>
  <p:txStyles>
    <p:titleStyle/>
    <p:bodyStyle/>
    <p:otherStyle/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710" r:id="rId24"/>
    <p:sldLayoutId id="2147483711" r:id="rId25"/>
    <p:sldLayoutId id="2147483712" r:id="rId26"/>
    <p:sldLayoutId id="2147483713" r:id="rId27"/>
    <p:sldLayoutId id="2147483714" r:id="rId28"/>
    <p:sldLayoutId id="2147483715" r:id="rId29"/>
    <p:sldLayoutId id="2147483716" r:id="rId30"/>
    <p:sldLayoutId id="2147483717" r:id="rId31"/>
    <p:sldLayoutId id="2147483718" r:id="rId3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1.xml"/><Relationship Id="rId1" Type="http://schemas.openxmlformats.org/officeDocument/2006/relationships/slide" Target="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1638300" y="1682115"/>
            <a:ext cx="6040120" cy="19558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b">
            <a:normAutofit fontScale="90000"/>
          </a:bodyPr>
          <a:p>
            <a:pPr indent="0" algn="ctr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altLang="en-US" sz="5335" b="0" u="none" strike="noStrike">
                <a:solidFill>
                  <a:schemeClr val="bg1"/>
                </a:solidFill>
                <a:effectLst/>
                <a:uFillTx/>
                <a:latin typeface="Times New Roman" panose="02020603050405020304" charset="0"/>
                <a:cs typeface="Times New Roman" panose="02020603050405020304" charset="0"/>
              </a:rPr>
              <a:t>Ending Silence on Misogyny, Harassment, and Violence</a:t>
            </a:r>
            <a:endParaRPr lang="en-US" altLang="en-US" sz="5335" b="0" u="none" strike="noStrike">
              <a:solidFill>
                <a:schemeClr val="bg1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 type="subTitle"/>
          </p:nvPr>
        </p:nvSpPr>
        <p:spPr>
          <a:xfrm>
            <a:off x="714240" y="4133880"/>
            <a:ext cx="7714800" cy="466200"/>
          </a:xfrm>
          <a:prstGeom prst="rect">
            <a:avLst/>
          </a:prstGeom>
          <a:solidFill>
            <a:schemeClr val="dk1"/>
          </a:solidFill>
          <a:ln w="9360">
            <a:solidFill>
              <a:schemeClr val="dk2"/>
            </a:solidFill>
            <a:round/>
          </a:ln>
        </p:spPr>
        <p:txBody>
          <a:bodyPr lIns="91440" tIns="91440" rIns="91440" bIns="91440" anchor="t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i="1" u="none" strike="noStrike">
                <a:solidFill>
                  <a:schemeClr val="lt1"/>
                </a:solidFill>
                <a:effectLst/>
                <a:uFillTx/>
                <a:latin typeface="Times New Roman" panose="02020603050405020304" charset="0"/>
                <a:ea typeface="Gideon Roman"/>
                <a:cs typeface="Times New Roman" panose="02020603050405020304" charset="0"/>
              </a:rPr>
              <a:t>Exploring Causes and Solutions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87" name="Google Shape;300;p37"/>
          <p:cNvCxnSpPr/>
          <p:nvPr/>
        </p:nvCxnSpPr>
        <p:spPr>
          <a:xfrm>
            <a:off x="7290360" y="4368240"/>
            <a:ext cx="959040" cy="360"/>
          </a:xfrm>
          <a:prstGeom prst="straightConnector1">
            <a:avLst/>
          </a:prstGeom>
          <a:ln w="9525">
            <a:solidFill>
              <a:srgbClr val="DFCCB3"/>
            </a:solidFill>
            <a:round/>
            <a:tailEnd type="stealth" w="med" len="med"/>
          </a:ln>
        </p:spPr>
      </p:cxnSp>
      <p:sp>
        <p:nvSpPr>
          <p:cNvPr id="188" name="Google Shape;301;p37"/>
          <p:cNvSpPr/>
          <p:nvPr/>
        </p:nvSpPr>
        <p:spPr>
          <a:xfrm>
            <a:off x="4276800" y="838080"/>
            <a:ext cx="590040" cy="761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870823080" tIns="-360" rIns="870823080" bIns="-36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GB" sz="10000" b="0" u="none" strike="noStrike">
                <a:solidFill>
                  <a:schemeClr val="lt1"/>
                </a:solidFill>
                <a:effectLst/>
                <a:uFillTx/>
                <a:latin typeface="Arial" panose="020B0604020202020204"/>
              </a:rPr>
              <a:t>“</a:t>
            </a:r>
            <a:endParaRPr lang="en-US" sz="10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565;p53"/>
          <p:cNvSpPr/>
          <p:nvPr/>
        </p:nvSpPr>
        <p:spPr>
          <a:xfrm>
            <a:off x="4785480" y="738360"/>
            <a:ext cx="3866040" cy="3830760"/>
          </a:xfrm>
          <a:prstGeom prst="round2SameRect">
            <a:avLst>
              <a:gd name="adj1" fmla="val 50000"/>
              <a:gd name="adj2" fmla="val 0"/>
            </a:avLst>
          </a:prstGeom>
          <a:blipFill rotWithShape="0">
            <a:blip r:embed="rId1"/>
            <a:srcRect/>
            <a:stretch>
              <a:fillRect/>
            </a:stretch>
          </a:blip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723960" y="828720"/>
            <a:ext cx="3295440" cy="2381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500" b="0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ea typeface="Gilda Display"/>
                <a:cs typeface="Times New Roman" panose="02020603050405020304" charset="0"/>
              </a:rPr>
              <a:t>Introduction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 type="subTitle"/>
          </p:nvPr>
        </p:nvSpPr>
        <p:spPr>
          <a:xfrm>
            <a:off x="723960" y="3200400"/>
            <a:ext cx="2980800" cy="1114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altLang="en-US" sz="12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 charset="0"/>
                <a:cs typeface="Times New Roman" panose="02020603050405020304" charset="0"/>
              </a:rPr>
              <a:t>As we’ve just heard, misogyny isn’t always loud or obvious. Sometimes, it hides in silence, in neglect, or in the way women’s needs are ignored.</a:t>
            </a:r>
            <a:endParaRPr lang="en-US" alt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92" name="Google Shape;568;p53"/>
          <p:cNvCxnSpPr/>
          <p:nvPr/>
        </p:nvCxnSpPr>
        <p:spPr>
          <a:xfrm>
            <a:off x="8498880" y="4922280"/>
            <a:ext cx="471240" cy="360"/>
          </a:xfrm>
          <a:prstGeom prst="straightConnector1">
            <a:avLst/>
          </a:prstGeom>
          <a:ln w="9525">
            <a:solidFill>
              <a:srgbClr val="19233A"/>
            </a:solidFill>
            <a:round/>
            <a:tailEnd type="stealth" w="med" len="med"/>
          </a:ln>
        </p:spPr>
      </p:cxnSp>
      <p:cxnSp>
        <p:nvCxnSpPr>
          <p:cNvPr id="193" name="Google Shape;569;p53"/>
          <p:cNvCxnSpPr/>
          <p:nvPr/>
        </p:nvCxnSpPr>
        <p:spPr>
          <a:xfrm flipH="1">
            <a:off x="173880" y="221040"/>
            <a:ext cx="468000" cy="360"/>
          </a:xfrm>
          <a:prstGeom prst="straightConnector1">
            <a:avLst/>
          </a:prstGeom>
          <a:ln w="9525">
            <a:solidFill>
              <a:srgbClr val="19233A"/>
            </a:solidFill>
            <a:round/>
            <a:tailEnd type="stealth" w="med" len="med"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solidFill>
            <a:schemeClr val="tx1">
              <a:lumMod val="90000"/>
              <a:lumOff val="10000"/>
            </a:schemeClr>
          </a:solidFill>
        </p:spPr>
        <p:txBody>
          <a:bodyPr/>
          <a:p>
            <a:r>
              <a:rPr lang="en-US" altLang="en-US" sz="1400">
                <a:solidFill>
                  <a:schemeClr val="accent2"/>
                </a:solidFill>
                <a:latin typeface="Times New Roman" panose="02020603050405020304" charset="0"/>
                <a:cs typeface="Times New Roman" panose="02020603050405020304" charset="0"/>
              </a:rPr>
              <a:t>"Note: The video has private access and is intended for classroom presentation only, as it contains personal/private stories."</a:t>
            </a:r>
            <a:br>
              <a:rPr lang="en-US" altLang="en-US" sz="1400">
                <a:solidFill>
                  <a:schemeClr val="accent2"/>
                </a:solidFill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sz="3200">
                <a:solidFill>
                  <a:schemeClr val="accent2"/>
                </a:solidFill>
                <a:latin typeface="Times New Roman" panose="02020603050405020304" charset="0"/>
                <a:cs typeface="Times New Roman" panose="02020603050405020304" charset="0"/>
              </a:rPr>
              <a:t>The video: </a:t>
            </a:r>
            <a:r>
              <a:rPr lang="en-US" altLang="en-US" sz="1800">
                <a:solidFill>
                  <a:schemeClr val="accent3"/>
                </a:solidFill>
                <a:latin typeface="Times New Roman" panose="02020603050405020304" charset="0"/>
                <a:cs typeface="Times New Roman" panose="02020603050405020304" charset="0"/>
                <a:hlinkClick r:id="rId1" action="ppaction://hlinksldjump"/>
              </a:rPr>
              <a:t>https://drive.google.com/file/d/1_euct4F-STRfaGZL9FpFsMtAkesjd8_Y/view?usp=sharing</a:t>
            </a:r>
            <a:endParaRPr lang="en-US" altLang="en-US" sz="1800">
              <a:solidFill>
                <a:schemeClr val="accent3"/>
              </a:solidFill>
              <a:latin typeface="Times New Roman" panose="02020603050405020304" charset="0"/>
              <a:cs typeface="Times New Roman" panose="02020603050405020304" charset="0"/>
              <a:hlinkClick r:id="rId1" action="ppaction://hlinksldjump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solidFill>
            <a:schemeClr val="tx1">
              <a:lumMod val="90000"/>
              <a:lumOff val="10000"/>
            </a:schemeClr>
          </a:solidFill>
        </p:spPr>
        <p:txBody>
          <a:bodyPr/>
          <a:p>
            <a:r>
              <a:rPr lang="en-US" altLang="en-US" sz="2800">
                <a:solidFill>
                  <a:schemeClr val="accent3"/>
                </a:solidFill>
                <a:latin typeface="Times New Roman" panose="02020603050405020304" charset="0"/>
                <a:cs typeface="Times New Roman" panose="02020603050405020304" charset="0"/>
              </a:rPr>
              <a:t>These stories, and these reflections, show us that change is possible—but only if we are brave enough to speak, to listen, and to act.”</a:t>
            </a:r>
            <a:endParaRPr lang="en-US" altLang="en-US" sz="2800">
              <a:solidFill>
                <a:schemeClr val="accent3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2133600" y="1923415"/>
            <a:ext cx="5381625" cy="245237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p>
            <a:pPr indent="0" algn="ctr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altLang="en-US" sz="6000" b="0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cs typeface="Times New Roman" panose="02020603050405020304" charset="0"/>
              </a:rPr>
              <a:t>Main Causes of Harassment and Violence</a:t>
            </a:r>
            <a:endParaRPr lang="en-US" altLang="en-US" sz="6000" b="0" u="none" strike="noStrike">
              <a:solidFill>
                <a:schemeClr val="dk1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96" name="Google Shape;338;p40"/>
          <p:cNvCxnSpPr/>
          <p:nvPr/>
        </p:nvCxnSpPr>
        <p:spPr>
          <a:xfrm>
            <a:off x="7931520" y="4883760"/>
            <a:ext cx="959040" cy="360"/>
          </a:xfrm>
          <a:prstGeom prst="straightConnector1">
            <a:avLst/>
          </a:prstGeom>
          <a:ln w="9525">
            <a:solidFill>
              <a:srgbClr val="19233A"/>
            </a:solidFill>
            <a:round/>
            <a:tailEnd type="stealth" w="med" len="med"/>
          </a:ln>
        </p:spPr>
      </p:cxnSp>
      <p:cxnSp>
        <p:nvCxnSpPr>
          <p:cNvPr id="197" name="Google Shape;339;p40"/>
          <p:cNvCxnSpPr/>
          <p:nvPr/>
        </p:nvCxnSpPr>
        <p:spPr>
          <a:xfrm flipH="1">
            <a:off x="253440" y="259560"/>
            <a:ext cx="963000" cy="360"/>
          </a:xfrm>
          <a:prstGeom prst="straightConnector1">
            <a:avLst/>
          </a:prstGeom>
          <a:ln w="9525">
            <a:solidFill>
              <a:srgbClr val="19233A"/>
            </a:solidFill>
            <a:round/>
            <a:tailEnd type="stealth" w="med" len="med"/>
          </a:ln>
        </p:spPr>
      </p:cxnSp>
      <p:sp>
        <p:nvSpPr>
          <p:cNvPr id="198" name="Google Shape;340;p40"/>
          <p:cNvSpPr/>
          <p:nvPr/>
        </p:nvSpPr>
        <p:spPr>
          <a:xfrm>
            <a:off x="4276800" y="838080"/>
            <a:ext cx="590040" cy="761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870823080" tIns="-360" rIns="870823080" bIns="-36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GB" sz="10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“</a:t>
            </a:r>
            <a:endParaRPr lang="en-US" sz="10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996055" y="3867785"/>
            <a:ext cx="5414645" cy="1400810"/>
          </a:xfrm>
          <a:noFill/>
        </p:spPr>
        <p:txBody>
          <a:bodyPr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Weak Laws &amp; Lack of Accountability</a:t>
            </a:r>
            <a:br>
              <a:rPr lang="en-US" altLang="en-US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In many places, victims are blamed, harassers go unpunished, or reporting systems are slow .</a:t>
            </a:r>
            <a:b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This makes people afraid to speak up—and makes abusers feel untouchable.</a:t>
            </a:r>
            <a:b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</a:br>
            <a:b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</a:b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067810" y="2787650"/>
            <a:ext cx="5204460" cy="447040"/>
          </a:xfrm>
          <a:noFill/>
        </p:spPr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Toxic Masculinity</a:t>
            </a:r>
            <a:br>
              <a:rPr lang="en-US" altLang="en-US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Boys are often taught that "being a man" means being aggressive, emotionless, and in control. This mindset leads some men to believe they deserve authority over women.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067810" y="1491615"/>
            <a:ext cx="4960620" cy="447040"/>
          </a:xfrm>
          <a:noFill/>
        </p:spPr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Cultural Normalization</a:t>
            </a:r>
            <a:br>
              <a:rPr lang="en-US" altLang="en-US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en-US" sz="160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Many cultures normalize “small” acts of sexism, like catcalling, or objectifying women in films and ads. Over time, this desensitizes society and makes larger acts of violence seem less shocking.</a:t>
            </a:r>
            <a:br>
              <a:rPr lang="en-US" altLang="en-US" sz="160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</a:br>
            <a:endParaRPr lang="en-US" altLang="en-US" sz="1600">
              <a:solidFill>
                <a:schemeClr val="tx1">
                  <a:lumMod val="90000"/>
                  <a:lumOff val="1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139565" y="411480"/>
            <a:ext cx="4051300" cy="447040"/>
          </a:xfrm>
        </p:spPr>
        <p:txBody>
          <a:bodyPr/>
          <a:p>
            <a:r>
              <a:rPr lang="en-US" altLang="en-US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charset="0"/>
                <a:cs typeface="Times New Roman" panose="02020603050405020304" charset="0"/>
              </a:rPr>
              <a:t>Main Causes of Harassment and Violence</a:t>
            </a:r>
            <a:endParaRPr lang="en-US" altLang="en-US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996055" y="699770"/>
            <a:ext cx="4051300" cy="447040"/>
          </a:xfrm>
        </p:spPr>
        <p:txBody>
          <a:bodyPr/>
          <a:p>
            <a:r>
              <a:rPr lang="en-US" altLang="en-US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charset="0"/>
                <a:cs typeface="Times New Roman" panose="02020603050405020304" charset="0"/>
              </a:rPr>
              <a:t>Main Causes of Harassment and Violence</a:t>
            </a:r>
            <a:endParaRPr lang="en-US" altLang="en-US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4067810" y="1708150"/>
            <a:ext cx="4572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Power Imbalance</a:t>
            </a:r>
            <a:endParaRPr lang="en-US" altLang="en-US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4072255" y="2211705"/>
            <a:ext cx="456755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Silence &amp; Social Complicity</a:t>
            </a:r>
            <a:endParaRPr lang="en-US" altLang="en-US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indent="0" algn="l">
              <a:buFont typeface="Arial" panose="020B0604020202020204" pitchFamily="34" charset="0"/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even people who don’t agree with the abuse stay silent. Friends, family, teachers, or bystanders may not speak up, thinking it’s "not their problem." This silence protects the abuser.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2133600" y="1923415"/>
            <a:ext cx="5381625" cy="245237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p>
            <a:pPr indent="0" algn="l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altLang="en-US" sz="6000" b="0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cs typeface="Times New Roman" panose="02020603050405020304" charset="0"/>
              </a:rPr>
              <a:t>Solutions for Harassment and Violence</a:t>
            </a:r>
            <a:endParaRPr lang="en-US" altLang="en-US" sz="6000" b="0" u="none" strike="noStrike">
              <a:solidFill>
                <a:schemeClr val="dk1"/>
              </a:solidFill>
              <a:effectLst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96" name="Google Shape;338;p40"/>
          <p:cNvCxnSpPr/>
          <p:nvPr/>
        </p:nvCxnSpPr>
        <p:spPr>
          <a:xfrm>
            <a:off x="7931520" y="4883760"/>
            <a:ext cx="959040" cy="360"/>
          </a:xfrm>
          <a:prstGeom prst="straightConnector1">
            <a:avLst/>
          </a:prstGeom>
          <a:ln w="9525">
            <a:solidFill>
              <a:srgbClr val="19233A"/>
            </a:solidFill>
            <a:round/>
            <a:tailEnd type="stealth" w="med" len="med"/>
          </a:ln>
        </p:spPr>
      </p:cxnSp>
      <p:cxnSp>
        <p:nvCxnSpPr>
          <p:cNvPr id="197" name="Google Shape;339;p40"/>
          <p:cNvCxnSpPr/>
          <p:nvPr/>
        </p:nvCxnSpPr>
        <p:spPr>
          <a:xfrm flipH="1">
            <a:off x="253440" y="259560"/>
            <a:ext cx="963000" cy="360"/>
          </a:xfrm>
          <a:prstGeom prst="straightConnector1">
            <a:avLst/>
          </a:prstGeom>
          <a:ln w="9525">
            <a:solidFill>
              <a:srgbClr val="19233A"/>
            </a:solidFill>
            <a:round/>
            <a:tailEnd type="stealth" w="med" len="med"/>
          </a:ln>
        </p:spPr>
      </p:cxnSp>
      <p:sp>
        <p:nvSpPr>
          <p:cNvPr id="198" name="Google Shape;340;p40"/>
          <p:cNvSpPr/>
          <p:nvPr/>
        </p:nvSpPr>
        <p:spPr>
          <a:xfrm>
            <a:off x="4276800" y="838080"/>
            <a:ext cx="590040" cy="761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870823080" tIns="-360" rIns="870823080" bIns="-36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GB" sz="10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“</a:t>
            </a:r>
            <a:endParaRPr lang="en-US" sz="10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996055" y="3202305"/>
            <a:ext cx="4489450" cy="537845"/>
          </a:xfrm>
          <a:noFill/>
        </p:spPr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Strong Laws &amp; Safe Systems</a:t>
            </a:r>
            <a:br>
              <a:rPr lang="en-US" altLang="en-US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- No tolerance for violence 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996055" y="2139950"/>
            <a:ext cx="4741545" cy="790575"/>
          </a:xfrm>
          <a:noFill/>
        </p:spPr>
        <p:txBody>
          <a:bodyPr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Education That Builds Respect</a:t>
            </a:r>
            <a:br>
              <a:rPr lang="en-US" altLang="en-US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- Teach respect, empathyfrom a young age</a:t>
            </a:r>
            <a:b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- Support victims. Listen without judgment. Believe them.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067810" y="1311910"/>
            <a:ext cx="5308600" cy="447040"/>
          </a:xfrm>
          <a:noFill/>
        </p:spPr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The Change Begins With Us</a:t>
            </a:r>
            <a:br>
              <a:rPr lang="en-US" altLang="en-US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en-US" b="1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“Be the change you expect from the world.”</a:t>
            </a:r>
            <a:endParaRPr lang="en-US" altLang="en-US" b="1">
              <a:solidFill>
                <a:schemeClr val="tx1">
                  <a:lumMod val="90000"/>
                  <a:lumOff val="1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923665" y="628015"/>
            <a:ext cx="4051300" cy="447040"/>
          </a:xfrm>
        </p:spPr>
        <p:txBody>
          <a:bodyPr/>
          <a:p>
            <a:r>
              <a:rPr lang="en-US" altLang="en-US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charset="0"/>
                <a:cs typeface="Times New Roman" panose="02020603050405020304" charset="0"/>
              </a:rPr>
              <a:t>Real Solutions to Harassment &amp; Violence</a:t>
            </a:r>
            <a:endParaRPr lang="en-US" altLang="en-US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3996055" y="3940175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Normalize Speaking Up</a:t>
            </a:r>
            <a:endParaRPr lang="en-US" altLang="en-US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3996055" y="4444365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Provide quick-access tools for safety</a:t>
            </a:r>
            <a:endParaRPr lang="en-US" altLang="en-US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565;p53"/>
          <p:cNvSpPr/>
          <p:nvPr/>
        </p:nvSpPr>
        <p:spPr>
          <a:xfrm>
            <a:off x="4785480" y="738360"/>
            <a:ext cx="3866040" cy="3830760"/>
          </a:xfrm>
          <a:prstGeom prst="round2SameRect">
            <a:avLst>
              <a:gd name="adj1" fmla="val 50000"/>
              <a:gd name="adj2" fmla="val 0"/>
            </a:avLst>
          </a:prstGeom>
          <a:blipFill rotWithShape="0">
            <a:blip r:embed="rId1"/>
            <a:srcRect/>
            <a:stretch>
              <a:fillRect/>
            </a:stretch>
          </a:blip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723900" y="555625"/>
            <a:ext cx="3295650" cy="150304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500" b="0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ea typeface="Gilda Display"/>
                <a:cs typeface="Times New Roman" panose="02020603050405020304" charset="0"/>
              </a:rPr>
              <a:t>Conclusion</a:t>
            </a:r>
            <a:endParaRPr lang="en-US" sz="3500" b="0" u="none" strike="noStrike">
              <a:solidFill>
                <a:schemeClr val="dk1"/>
              </a:solidFill>
              <a:effectLst/>
              <a:uFillTx/>
              <a:latin typeface="Times New Roman" panose="02020603050405020304" charset="0"/>
              <a:ea typeface="Gilda Display"/>
              <a:cs typeface="Times New Roman" panose="02020603050405020304" charset="0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 type="subTitle"/>
          </p:nvPr>
        </p:nvSpPr>
        <p:spPr>
          <a:xfrm>
            <a:off x="723900" y="2139950"/>
            <a:ext cx="3359785" cy="137795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altLang="en-US" sz="1600" b="0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ea typeface="Gideon Roman"/>
                <a:cs typeface="Times New Roman" panose="02020603050405020304" charset="0"/>
              </a:rPr>
              <a:t>Creating a safe and respectful environment starts with awareness, accountability, and action.</a:t>
            </a:r>
            <a:endParaRPr lang="en-US" altLang="en-US" sz="1600" b="0" u="none" strike="noStrike">
              <a:solidFill>
                <a:schemeClr val="dk1"/>
              </a:solidFill>
              <a:effectLst/>
              <a:uFillTx/>
              <a:latin typeface="Times New Roman" panose="02020603050405020304" charset="0"/>
              <a:ea typeface="Gideon Roman"/>
              <a:cs typeface="Times New Roman" panose="02020603050405020304" charset="0"/>
            </a:endParaRPr>
          </a:p>
          <a:p>
            <a:pPr indent="0" algn="l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altLang="en-US" sz="1600" b="0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ea typeface="Gideon Roman"/>
                <a:cs typeface="Times New Roman" panose="02020603050405020304" charset="0"/>
              </a:rPr>
              <a:t>Harassment and violence thrive in silence — change begins when we choose to speak up and stand together.</a:t>
            </a:r>
            <a:endParaRPr lang="en-US" altLang="en-US" sz="1600" b="0" u="none" strike="noStrike">
              <a:solidFill>
                <a:schemeClr val="dk1"/>
              </a:solidFill>
              <a:effectLst/>
              <a:uFillTx/>
              <a:latin typeface="Times New Roman" panose="02020603050405020304" charset="0"/>
              <a:ea typeface="Gideon Roman"/>
              <a:cs typeface="Times New Roman" panose="02020603050405020304" charset="0"/>
            </a:endParaRPr>
          </a:p>
        </p:txBody>
      </p:sp>
      <p:cxnSp>
        <p:nvCxnSpPr>
          <p:cNvPr id="227" name="Google Shape;568;p53"/>
          <p:cNvCxnSpPr/>
          <p:nvPr/>
        </p:nvCxnSpPr>
        <p:spPr>
          <a:xfrm>
            <a:off x="8498880" y="4922280"/>
            <a:ext cx="471240" cy="360"/>
          </a:xfrm>
          <a:prstGeom prst="straightConnector1">
            <a:avLst/>
          </a:prstGeom>
          <a:ln w="9525">
            <a:solidFill>
              <a:srgbClr val="19233A"/>
            </a:solidFill>
            <a:round/>
            <a:tailEnd type="stealth" w="med" len="med"/>
          </a:ln>
        </p:spPr>
      </p:cxnSp>
      <p:cxnSp>
        <p:nvCxnSpPr>
          <p:cNvPr id="228" name="Google Shape;569;p53"/>
          <p:cNvCxnSpPr/>
          <p:nvPr/>
        </p:nvCxnSpPr>
        <p:spPr>
          <a:xfrm flipH="1">
            <a:off x="173880" y="221040"/>
            <a:ext cx="468000" cy="360"/>
          </a:xfrm>
          <a:prstGeom prst="straightConnector1">
            <a:avLst/>
          </a:prstGeom>
          <a:ln w="9525">
            <a:solidFill>
              <a:srgbClr val="19233A"/>
            </a:solidFill>
            <a:round/>
            <a:tailEnd type="stealth" w="med" len="med"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Argumentative Fallacy by Slidesgo">
  <a:themeElements>
    <a:clrScheme name="Simple Light">
      <a:dk1>
        <a:srgbClr val="19233A"/>
      </a:dk1>
      <a:lt1>
        <a:srgbClr val="F2EEE7"/>
      </a:lt1>
      <a:dk2>
        <a:srgbClr val="DFCCB3"/>
      </a:dk2>
      <a:lt2>
        <a:srgbClr val="E1EAF0"/>
      </a:lt2>
      <a:accent1>
        <a:srgbClr val="AAA8A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233A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rgumentative Fallacy by Slidesgo">
  <a:themeElements>
    <a:clrScheme name="Simple Light">
      <a:dk1>
        <a:srgbClr val="19233A"/>
      </a:dk1>
      <a:lt1>
        <a:srgbClr val="F2EEE7"/>
      </a:lt1>
      <a:dk2>
        <a:srgbClr val="DFCCB3"/>
      </a:dk2>
      <a:lt2>
        <a:srgbClr val="E1EAF0"/>
      </a:lt2>
      <a:accent1>
        <a:srgbClr val="AAA8A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233A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Argumentative Fallacy by Slidesgo">
  <a:themeElements>
    <a:clrScheme name="Simple Light">
      <a:dk1>
        <a:srgbClr val="19233A"/>
      </a:dk1>
      <a:lt1>
        <a:srgbClr val="F2EEE7"/>
      </a:lt1>
      <a:dk2>
        <a:srgbClr val="DFCCB3"/>
      </a:dk2>
      <a:lt2>
        <a:srgbClr val="E1EAF0"/>
      </a:lt2>
      <a:accent1>
        <a:srgbClr val="AAA8A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233A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2133</Words>
  <Application>WPS Presentation</Application>
  <PresentationFormat/>
  <Paragraphs>56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10</vt:i4>
      </vt:variant>
    </vt:vector>
  </HeadingPairs>
  <TitlesOfParts>
    <vt:vector size="27" baseType="lpstr">
      <vt:lpstr>Arial</vt:lpstr>
      <vt:lpstr>SimSun</vt:lpstr>
      <vt:lpstr>Wingdings</vt:lpstr>
      <vt:lpstr>OpenSymbol</vt:lpstr>
      <vt:lpstr>Arial</vt:lpstr>
      <vt:lpstr>Symbol</vt:lpstr>
      <vt:lpstr>Gilda Display</vt:lpstr>
      <vt:lpstr>AMGDT</vt:lpstr>
      <vt:lpstr>Gideon Roman</vt:lpstr>
      <vt:lpstr>Times New Roman</vt:lpstr>
      <vt:lpstr>Microsoft YaHei</vt:lpstr>
      <vt:lpstr>Arial Unicode MS</vt:lpstr>
      <vt:lpstr>Calibri</vt:lpstr>
      <vt:lpstr>Argumentative Fallacy by Slidesgo</vt:lpstr>
      <vt:lpstr>Argumentative Fallacy by Slidesgo</vt:lpstr>
      <vt:lpstr>Slidesgo Final Pages</vt:lpstr>
      <vt:lpstr>1_Argumentative Fallacy by Slidesgo</vt:lpstr>
      <vt:lpstr>Ending Silence on Misogyny, Harassment, and Violence</vt:lpstr>
      <vt:lpstr>Introduction</vt:lpstr>
      <vt:lpstr>The video: https://drive.google.com/file/d/1_euct4F-STRfaGZL9FpFsMtAkesjd8_Y/view?usp=sharing</vt:lpstr>
      <vt:lpstr>These stories, and these reflections, show us that change is possible—but only if we are brave enough to speak, to listen, and to act.”</vt:lpstr>
      <vt:lpstr>Main Causes of Harassment and Violence</vt:lpstr>
      <vt:lpstr>Main Causes of Harassment and Violence</vt:lpstr>
      <vt:lpstr>Main Causes of Harassment and Violence</vt:lpstr>
      <vt:lpstr>Solutions for Harassment and Violence</vt:lpstr>
      <vt:lpstr>Real Solutions to Harassment &amp; Violence</vt:lpstr>
      <vt:lpstr>Conclusion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Ending Silence on Misogyny, Harassment, and Violence</dc:title>
  <dc:creator/>
  <cp:lastModifiedBy>Sondos Hammad</cp:lastModifiedBy>
  <cp:revision>5</cp:revision>
  <dcterms:created xsi:type="dcterms:W3CDTF">2025-10-18T12:45:00Z</dcterms:created>
  <dcterms:modified xsi:type="dcterms:W3CDTF">2026-05-25T21:12:41Z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10</vt:r8>
  </property>
  <property fmtid="{D5CDD505-2E9C-101B-9397-08002B2CF9AE}" pid="3" name="ICV">
    <vt:lpwstr>753913F7D582430F85CE731AEB747C2B_13</vt:lpwstr>
  </property>
  <property fmtid="{D5CDD505-2E9C-101B-9397-08002B2CF9AE}" pid="4" name="KSOProductBuildVer">
    <vt:lpwstr>1033-12.1.0.26372</vt:lpwstr>
  </property>
</Properties>
</file>